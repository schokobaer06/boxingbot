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919CB7-53CC-4FEC-82F2-0A1A3DAD1B4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087504D-A7F7-42A1-A7FA-23EA8A039912}">
      <dgm:prSet/>
      <dgm:spPr/>
      <dgm:t>
        <a:bodyPr/>
        <a:lstStyle/>
        <a:p>
          <a:r>
            <a:rPr lang="de-DE"/>
            <a:t>Algorithmus:</a:t>
          </a:r>
          <a:endParaRPr lang="en-US"/>
        </a:p>
      </dgm:t>
    </dgm:pt>
    <dgm:pt modelId="{24B7C35C-D9A1-4FA9-B168-6AB0EAC509F7}" type="parTrans" cxnId="{8704C7A9-4024-4F08-A36A-64E930554C91}">
      <dgm:prSet/>
      <dgm:spPr/>
      <dgm:t>
        <a:bodyPr/>
        <a:lstStyle/>
        <a:p>
          <a:endParaRPr lang="en-US"/>
        </a:p>
      </dgm:t>
    </dgm:pt>
    <dgm:pt modelId="{E850B9E3-7236-4D19-9859-1A756DFF49D3}" type="sibTrans" cxnId="{8704C7A9-4024-4F08-A36A-64E930554C91}">
      <dgm:prSet/>
      <dgm:spPr/>
      <dgm:t>
        <a:bodyPr/>
        <a:lstStyle/>
        <a:p>
          <a:endParaRPr lang="en-US"/>
        </a:p>
      </dgm:t>
    </dgm:pt>
    <dgm:pt modelId="{51D5CA2B-ABDA-4178-8B7C-4C39C9115E4B}">
      <dgm:prSet/>
      <dgm:spPr/>
      <dgm:t>
        <a:bodyPr/>
        <a:lstStyle/>
        <a:p>
          <a:r>
            <a:rPr lang="de-DE"/>
            <a:t>DQN</a:t>
          </a:r>
          <a:endParaRPr lang="en-US"/>
        </a:p>
      </dgm:t>
    </dgm:pt>
    <dgm:pt modelId="{71871F24-4FE6-4C0B-933F-5C897D504E22}" type="parTrans" cxnId="{6150A2FC-9510-4766-8B62-210108311BD2}">
      <dgm:prSet/>
      <dgm:spPr/>
      <dgm:t>
        <a:bodyPr/>
        <a:lstStyle/>
        <a:p>
          <a:endParaRPr lang="en-US"/>
        </a:p>
      </dgm:t>
    </dgm:pt>
    <dgm:pt modelId="{38CEED5E-9C75-4C74-967B-918FF416E63B}" type="sibTrans" cxnId="{6150A2FC-9510-4766-8B62-210108311BD2}">
      <dgm:prSet/>
      <dgm:spPr/>
      <dgm:t>
        <a:bodyPr/>
        <a:lstStyle/>
        <a:p>
          <a:endParaRPr lang="en-US"/>
        </a:p>
      </dgm:t>
    </dgm:pt>
    <dgm:pt modelId="{8F7CDF5B-4C58-4914-A4D5-5A4ECB55FC22}">
      <dgm:prSet/>
      <dgm:spPr/>
      <dgm:t>
        <a:bodyPr/>
        <a:lstStyle/>
        <a:p>
          <a:r>
            <a:rPr lang="de-DE"/>
            <a:t>Erweiterung in Richtung Double DQN</a:t>
          </a:r>
          <a:endParaRPr lang="en-US"/>
        </a:p>
      </dgm:t>
    </dgm:pt>
    <dgm:pt modelId="{DF4CDFC8-AB3E-4ED9-91BF-BB175498F293}" type="parTrans" cxnId="{1A8E8B82-2E97-45D3-9521-AFB45E110FFA}">
      <dgm:prSet/>
      <dgm:spPr/>
      <dgm:t>
        <a:bodyPr/>
        <a:lstStyle/>
        <a:p>
          <a:endParaRPr lang="en-US"/>
        </a:p>
      </dgm:t>
    </dgm:pt>
    <dgm:pt modelId="{D2FA313A-5AE1-4E93-B1DA-7A7E55EBFC44}" type="sibTrans" cxnId="{1A8E8B82-2E97-45D3-9521-AFB45E110FFA}">
      <dgm:prSet/>
      <dgm:spPr/>
      <dgm:t>
        <a:bodyPr/>
        <a:lstStyle/>
        <a:p>
          <a:endParaRPr lang="en-US"/>
        </a:p>
      </dgm:t>
    </dgm:pt>
    <dgm:pt modelId="{81E74BF7-FE1B-4A34-88E3-574224D79F86}">
      <dgm:prSet/>
      <dgm:spPr/>
      <dgm:t>
        <a:bodyPr/>
        <a:lstStyle/>
        <a:p>
          <a:r>
            <a:rPr lang="de-DE"/>
            <a:t>Architektur:</a:t>
          </a:r>
          <a:endParaRPr lang="en-US"/>
        </a:p>
      </dgm:t>
    </dgm:pt>
    <dgm:pt modelId="{F019FBAD-BDA1-4E84-86DD-720AEC927EDA}" type="parTrans" cxnId="{14F2B7A4-AD83-4CE7-AD01-A1ADA7FD3AE8}">
      <dgm:prSet/>
      <dgm:spPr/>
      <dgm:t>
        <a:bodyPr/>
        <a:lstStyle/>
        <a:p>
          <a:endParaRPr lang="en-US"/>
        </a:p>
      </dgm:t>
    </dgm:pt>
    <dgm:pt modelId="{5FA94DB6-05BE-4CBC-A790-7B262750864F}" type="sibTrans" cxnId="{14F2B7A4-AD83-4CE7-AD01-A1ADA7FD3AE8}">
      <dgm:prSet/>
      <dgm:spPr/>
      <dgm:t>
        <a:bodyPr/>
        <a:lstStyle/>
        <a:p>
          <a:endParaRPr lang="en-US"/>
        </a:p>
      </dgm:t>
    </dgm:pt>
    <dgm:pt modelId="{9255B4B3-750E-4832-900C-C3D1C77C246B}">
      <dgm:prSet/>
      <dgm:spPr/>
      <dgm:t>
        <a:bodyPr/>
        <a:lstStyle/>
        <a:p>
          <a:r>
            <a:rPr lang="de-DE"/>
            <a:t>CNN</a:t>
          </a:r>
          <a:endParaRPr lang="en-US"/>
        </a:p>
      </dgm:t>
    </dgm:pt>
    <dgm:pt modelId="{E1D2B124-70AA-4A03-A833-BE0A793685C2}" type="parTrans" cxnId="{33F1721D-C2DC-489D-BE00-644C810F3861}">
      <dgm:prSet/>
      <dgm:spPr/>
      <dgm:t>
        <a:bodyPr/>
        <a:lstStyle/>
        <a:p>
          <a:endParaRPr lang="en-US"/>
        </a:p>
      </dgm:t>
    </dgm:pt>
    <dgm:pt modelId="{EB552CB0-FDD3-42C9-B3A7-053A1141A082}" type="sibTrans" cxnId="{33F1721D-C2DC-489D-BE00-644C810F3861}">
      <dgm:prSet/>
      <dgm:spPr/>
      <dgm:t>
        <a:bodyPr/>
        <a:lstStyle/>
        <a:p>
          <a:endParaRPr lang="en-US"/>
        </a:p>
      </dgm:t>
    </dgm:pt>
    <dgm:pt modelId="{33AAB4D5-F7A0-4A48-8B53-D67B76A80167}">
      <dgm:prSet/>
      <dgm:spPr/>
      <dgm:t>
        <a:bodyPr/>
        <a:lstStyle/>
        <a:p>
          <a:r>
            <a:rPr lang="de-DE"/>
            <a:t>3 Conv-Layer</a:t>
          </a:r>
          <a:endParaRPr lang="en-US"/>
        </a:p>
      </dgm:t>
    </dgm:pt>
    <dgm:pt modelId="{122154BB-BE22-473B-817F-67C3DBEFD384}" type="parTrans" cxnId="{6B7CAAEA-DF61-41B3-B67A-E7D813DCBBE6}">
      <dgm:prSet/>
      <dgm:spPr/>
      <dgm:t>
        <a:bodyPr/>
        <a:lstStyle/>
        <a:p>
          <a:endParaRPr lang="en-US"/>
        </a:p>
      </dgm:t>
    </dgm:pt>
    <dgm:pt modelId="{94483CFF-3E1E-41F8-AC65-DF7B2FD605A3}" type="sibTrans" cxnId="{6B7CAAEA-DF61-41B3-B67A-E7D813DCBBE6}">
      <dgm:prSet/>
      <dgm:spPr/>
      <dgm:t>
        <a:bodyPr/>
        <a:lstStyle/>
        <a:p>
          <a:endParaRPr lang="en-US"/>
        </a:p>
      </dgm:t>
    </dgm:pt>
    <dgm:pt modelId="{AA62F70E-377B-41DD-A839-620C47CE0AEE}">
      <dgm:prSet/>
      <dgm:spPr/>
      <dgm:t>
        <a:bodyPr/>
        <a:lstStyle/>
        <a:p>
          <a:r>
            <a:rPr lang="de-DE"/>
            <a:t>Fully Connected Layer</a:t>
          </a:r>
          <a:endParaRPr lang="en-US"/>
        </a:p>
      </dgm:t>
    </dgm:pt>
    <dgm:pt modelId="{D38C38C8-4FDB-4803-895F-CDC9E9A846C3}" type="parTrans" cxnId="{E55B0BB2-E444-49AC-8D0A-BAC04E7744EA}">
      <dgm:prSet/>
      <dgm:spPr/>
      <dgm:t>
        <a:bodyPr/>
        <a:lstStyle/>
        <a:p>
          <a:endParaRPr lang="en-US"/>
        </a:p>
      </dgm:t>
    </dgm:pt>
    <dgm:pt modelId="{C17E2043-F678-4D40-B3E4-3184469AC7C9}" type="sibTrans" cxnId="{E55B0BB2-E444-49AC-8D0A-BAC04E7744EA}">
      <dgm:prSet/>
      <dgm:spPr/>
      <dgm:t>
        <a:bodyPr/>
        <a:lstStyle/>
        <a:p>
          <a:endParaRPr lang="en-US"/>
        </a:p>
      </dgm:t>
    </dgm:pt>
    <dgm:pt modelId="{5B74EDA7-AD75-4B7D-AFD1-48563FDF1AD7}">
      <dgm:prSet/>
      <dgm:spPr/>
      <dgm:t>
        <a:bodyPr/>
        <a:lstStyle/>
        <a:p>
          <a:r>
            <a:rPr lang="de-DE"/>
            <a:t>Replay Memory</a:t>
          </a:r>
          <a:endParaRPr lang="en-US"/>
        </a:p>
      </dgm:t>
    </dgm:pt>
    <dgm:pt modelId="{E5B21E5D-BCF5-4988-AB4F-C56482430E68}" type="parTrans" cxnId="{D88FA4F3-7323-4261-A881-EDFF839D1C0F}">
      <dgm:prSet/>
      <dgm:spPr/>
      <dgm:t>
        <a:bodyPr/>
        <a:lstStyle/>
        <a:p>
          <a:endParaRPr lang="en-US"/>
        </a:p>
      </dgm:t>
    </dgm:pt>
    <dgm:pt modelId="{D662F5CB-7587-4794-AF8C-ADC478D5370C}" type="sibTrans" cxnId="{D88FA4F3-7323-4261-A881-EDFF839D1C0F}">
      <dgm:prSet/>
      <dgm:spPr/>
      <dgm:t>
        <a:bodyPr/>
        <a:lstStyle/>
        <a:p>
          <a:endParaRPr lang="en-US"/>
        </a:p>
      </dgm:t>
    </dgm:pt>
    <dgm:pt modelId="{87906655-F303-4A16-BF5D-2CCF6A961676}">
      <dgm:prSet/>
      <dgm:spPr/>
      <dgm:t>
        <a:bodyPr/>
        <a:lstStyle/>
        <a:p>
          <a:r>
            <a:rPr lang="de-DE"/>
            <a:t>Target Network</a:t>
          </a:r>
          <a:endParaRPr lang="en-US"/>
        </a:p>
      </dgm:t>
    </dgm:pt>
    <dgm:pt modelId="{2B36B116-2F83-4D25-9AD3-EE98498027F6}" type="parTrans" cxnId="{D8568AD2-B157-499B-A8AA-26257CF4120A}">
      <dgm:prSet/>
      <dgm:spPr/>
      <dgm:t>
        <a:bodyPr/>
        <a:lstStyle/>
        <a:p>
          <a:endParaRPr lang="en-US"/>
        </a:p>
      </dgm:t>
    </dgm:pt>
    <dgm:pt modelId="{CF5D1F06-917B-4214-BED6-4AE21D06BC26}" type="sibTrans" cxnId="{D8568AD2-B157-499B-A8AA-26257CF4120A}">
      <dgm:prSet/>
      <dgm:spPr/>
      <dgm:t>
        <a:bodyPr/>
        <a:lstStyle/>
        <a:p>
          <a:endParaRPr lang="en-US"/>
        </a:p>
      </dgm:t>
    </dgm:pt>
    <dgm:pt modelId="{1475047E-C7E1-4C7F-A596-3AC0B7488BCE}">
      <dgm:prSet/>
      <dgm:spPr/>
      <dgm:t>
        <a:bodyPr/>
        <a:lstStyle/>
        <a:p>
          <a:r>
            <a:rPr lang="de-DE"/>
            <a:t>Epsilon-Greedy Exploration</a:t>
          </a:r>
          <a:endParaRPr lang="en-US"/>
        </a:p>
      </dgm:t>
    </dgm:pt>
    <dgm:pt modelId="{7A7B0666-BC8C-474A-9FC0-74C107064D46}" type="parTrans" cxnId="{D9213DCB-C8A4-4085-83B2-1D0A263A8F3A}">
      <dgm:prSet/>
      <dgm:spPr/>
      <dgm:t>
        <a:bodyPr/>
        <a:lstStyle/>
        <a:p>
          <a:endParaRPr lang="en-US"/>
        </a:p>
      </dgm:t>
    </dgm:pt>
    <dgm:pt modelId="{8603EEA7-76D7-4F02-A132-F6102194B639}" type="sibTrans" cxnId="{D9213DCB-C8A4-4085-83B2-1D0A263A8F3A}">
      <dgm:prSet/>
      <dgm:spPr/>
      <dgm:t>
        <a:bodyPr/>
        <a:lstStyle/>
        <a:p>
          <a:endParaRPr lang="en-US"/>
        </a:p>
      </dgm:t>
    </dgm:pt>
    <dgm:pt modelId="{B913D3E9-8D6F-419E-90C5-E18A0D3CD74B}" type="pres">
      <dgm:prSet presAssocID="{57919CB7-53CC-4FEC-82F2-0A1A3DAD1B4C}" presName="linear" presStyleCnt="0">
        <dgm:presLayoutVars>
          <dgm:animLvl val="lvl"/>
          <dgm:resizeHandles val="exact"/>
        </dgm:presLayoutVars>
      </dgm:prSet>
      <dgm:spPr/>
    </dgm:pt>
    <dgm:pt modelId="{18A5FADB-2735-4371-AF5E-483DA9D4CF49}" type="pres">
      <dgm:prSet presAssocID="{D087504D-A7F7-42A1-A7FA-23EA8A03991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F7D0851-33BD-4E72-8EA5-95695BD3F5C3}" type="pres">
      <dgm:prSet presAssocID="{D087504D-A7F7-42A1-A7FA-23EA8A039912}" presName="childText" presStyleLbl="revTx" presStyleIdx="0" presStyleCnt="2">
        <dgm:presLayoutVars>
          <dgm:bulletEnabled val="1"/>
        </dgm:presLayoutVars>
      </dgm:prSet>
      <dgm:spPr/>
    </dgm:pt>
    <dgm:pt modelId="{8D5721E8-131F-4326-8122-5FDACF333343}" type="pres">
      <dgm:prSet presAssocID="{81E74BF7-FE1B-4A34-88E3-574224D79F8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593DAF6-ACBE-4557-9032-A49AF2572A8F}" type="pres">
      <dgm:prSet presAssocID="{81E74BF7-FE1B-4A34-88E3-574224D79F8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B5CAF1C-5A29-4F63-BA25-FAA19BD569DC}" type="presOf" srcId="{1475047E-C7E1-4C7F-A596-3AC0B7488BCE}" destId="{2593DAF6-ACBE-4557-9032-A49AF2572A8F}" srcOrd="0" destOrd="5" presId="urn:microsoft.com/office/officeart/2005/8/layout/vList2"/>
    <dgm:cxn modelId="{33F1721D-C2DC-489D-BE00-644C810F3861}" srcId="{81E74BF7-FE1B-4A34-88E3-574224D79F86}" destId="{9255B4B3-750E-4832-900C-C3D1C77C246B}" srcOrd="0" destOrd="0" parTransId="{E1D2B124-70AA-4A03-A833-BE0A793685C2}" sibTransId="{EB552CB0-FDD3-42C9-B3A7-053A1141A082}"/>
    <dgm:cxn modelId="{E680A82D-FE39-4A03-BBA7-AEBADDEE8E5F}" type="presOf" srcId="{33AAB4D5-F7A0-4A48-8B53-D67B76A80167}" destId="{2593DAF6-ACBE-4557-9032-A49AF2572A8F}" srcOrd="0" destOrd="1" presId="urn:microsoft.com/office/officeart/2005/8/layout/vList2"/>
    <dgm:cxn modelId="{A0C67960-7D79-485B-ACEE-8646C2D694A5}" type="presOf" srcId="{87906655-F303-4A16-BF5D-2CCF6A961676}" destId="{2593DAF6-ACBE-4557-9032-A49AF2572A8F}" srcOrd="0" destOrd="4" presId="urn:microsoft.com/office/officeart/2005/8/layout/vList2"/>
    <dgm:cxn modelId="{C4B0AA69-FC74-4F77-BFC6-EF9F4E951B91}" type="presOf" srcId="{8F7CDF5B-4C58-4914-A4D5-5A4ECB55FC22}" destId="{2F7D0851-33BD-4E72-8EA5-95695BD3F5C3}" srcOrd="0" destOrd="1" presId="urn:microsoft.com/office/officeart/2005/8/layout/vList2"/>
    <dgm:cxn modelId="{C1570679-86D7-46B6-89F6-3E21B96F346B}" type="presOf" srcId="{51D5CA2B-ABDA-4178-8B7C-4C39C9115E4B}" destId="{2F7D0851-33BD-4E72-8EA5-95695BD3F5C3}" srcOrd="0" destOrd="0" presId="urn:microsoft.com/office/officeart/2005/8/layout/vList2"/>
    <dgm:cxn modelId="{E7230A7A-EDFF-4E31-9AB8-7861DF6AA410}" type="presOf" srcId="{9255B4B3-750E-4832-900C-C3D1C77C246B}" destId="{2593DAF6-ACBE-4557-9032-A49AF2572A8F}" srcOrd="0" destOrd="0" presId="urn:microsoft.com/office/officeart/2005/8/layout/vList2"/>
    <dgm:cxn modelId="{1A8E8B82-2E97-45D3-9521-AFB45E110FFA}" srcId="{D087504D-A7F7-42A1-A7FA-23EA8A039912}" destId="{8F7CDF5B-4C58-4914-A4D5-5A4ECB55FC22}" srcOrd="1" destOrd="0" parTransId="{DF4CDFC8-AB3E-4ED9-91BF-BB175498F293}" sibTransId="{D2FA313A-5AE1-4E93-B1DA-7A7E55EBFC44}"/>
    <dgm:cxn modelId="{14F2B7A4-AD83-4CE7-AD01-A1ADA7FD3AE8}" srcId="{57919CB7-53CC-4FEC-82F2-0A1A3DAD1B4C}" destId="{81E74BF7-FE1B-4A34-88E3-574224D79F86}" srcOrd="1" destOrd="0" parTransId="{F019FBAD-BDA1-4E84-86DD-720AEC927EDA}" sibTransId="{5FA94DB6-05BE-4CBC-A790-7B262750864F}"/>
    <dgm:cxn modelId="{A0D7CBA5-603A-4939-952F-8D216718C1C9}" type="presOf" srcId="{5B74EDA7-AD75-4B7D-AFD1-48563FDF1AD7}" destId="{2593DAF6-ACBE-4557-9032-A49AF2572A8F}" srcOrd="0" destOrd="3" presId="urn:microsoft.com/office/officeart/2005/8/layout/vList2"/>
    <dgm:cxn modelId="{8704C7A9-4024-4F08-A36A-64E930554C91}" srcId="{57919CB7-53CC-4FEC-82F2-0A1A3DAD1B4C}" destId="{D087504D-A7F7-42A1-A7FA-23EA8A039912}" srcOrd="0" destOrd="0" parTransId="{24B7C35C-D9A1-4FA9-B168-6AB0EAC509F7}" sibTransId="{E850B9E3-7236-4D19-9859-1A756DFF49D3}"/>
    <dgm:cxn modelId="{906E04AB-6ACD-471A-AD49-0AD1F33212D5}" type="presOf" srcId="{81E74BF7-FE1B-4A34-88E3-574224D79F86}" destId="{8D5721E8-131F-4326-8122-5FDACF333343}" srcOrd="0" destOrd="0" presId="urn:microsoft.com/office/officeart/2005/8/layout/vList2"/>
    <dgm:cxn modelId="{E55B0BB2-E444-49AC-8D0A-BAC04E7744EA}" srcId="{81E74BF7-FE1B-4A34-88E3-574224D79F86}" destId="{AA62F70E-377B-41DD-A839-620C47CE0AEE}" srcOrd="2" destOrd="0" parTransId="{D38C38C8-4FDB-4803-895F-CDC9E9A846C3}" sibTransId="{C17E2043-F678-4D40-B3E4-3184469AC7C9}"/>
    <dgm:cxn modelId="{D9213DCB-C8A4-4085-83B2-1D0A263A8F3A}" srcId="{81E74BF7-FE1B-4A34-88E3-574224D79F86}" destId="{1475047E-C7E1-4C7F-A596-3AC0B7488BCE}" srcOrd="5" destOrd="0" parTransId="{7A7B0666-BC8C-474A-9FC0-74C107064D46}" sibTransId="{8603EEA7-76D7-4F02-A132-F6102194B639}"/>
    <dgm:cxn modelId="{D8568AD2-B157-499B-A8AA-26257CF4120A}" srcId="{81E74BF7-FE1B-4A34-88E3-574224D79F86}" destId="{87906655-F303-4A16-BF5D-2CCF6A961676}" srcOrd="4" destOrd="0" parTransId="{2B36B116-2F83-4D25-9AD3-EE98498027F6}" sibTransId="{CF5D1F06-917B-4214-BED6-4AE21D06BC26}"/>
    <dgm:cxn modelId="{6B7CAAEA-DF61-41B3-B67A-E7D813DCBBE6}" srcId="{81E74BF7-FE1B-4A34-88E3-574224D79F86}" destId="{33AAB4D5-F7A0-4A48-8B53-D67B76A80167}" srcOrd="1" destOrd="0" parTransId="{122154BB-BE22-473B-817F-67C3DBEFD384}" sibTransId="{94483CFF-3E1E-41F8-AC65-DF7B2FD605A3}"/>
    <dgm:cxn modelId="{9F15BFF1-D852-43B2-BB9B-8EC8563C8CF4}" type="presOf" srcId="{57919CB7-53CC-4FEC-82F2-0A1A3DAD1B4C}" destId="{B913D3E9-8D6F-419E-90C5-E18A0D3CD74B}" srcOrd="0" destOrd="0" presId="urn:microsoft.com/office/officeart/2005/8/layout/vList2"/>
    <dgm:cxn modelId="{D88FA4F3-7323-4261-A881-EDFF839D1C0F}" srcId="{81E74BF7-FE1B-4A34-88E3-574224D79F86}" destId="{5B74EDA7-AD75-4B7D-AFD1-48563FDF1AD7}" srcOrd="3" destOrd="0" parTransId="{E5B21E5D-BCF5-4988-AB4F-C56482430E68}" sibTransId="{D662F5CB-7587-4794-AF8C-ADC478D5370C}"/>
    <dgm:cxn modelId="{DFB910F6-0C1B-4F61-B53D-E70B8CBD20BF}" type="presOf" srcId="{AA62F70E-377B-41DD-A839-620C47CE0AEE}" destId="{2593DAF6-ACBE-4557-9032-A49AF2572A8F}" srcOrd="0" destOrd="2" presId="urn:microsoft.com/office/officeart/2005/8/layout/vList2"/>
    <dgm:cxn modelId="{6150A2FC-9510-4766-8B62-210108311BD2}" srcId="{D087504D-A7F7-42A1-A7FA-23EA8A039912}" destId="{51D5CA2B-ABDA-4178-8B7C-4C39C9115E4B}" srcOrd="0" destOrd="0" parTransId="{71871F24-4FE6-4C0B-933F-5C897D504E22}" sibTransId="{38CEED5E-9C75-4C74-967B-918FF416E63B}"/>
    <dgm:cxn modelId="{1EE1E8FE-EAE1-433F-A86E-4DEC3C3B5274}" type="presOf" srcId="{D087504D-A7F7-42A1-A7FA-23EA8A039912}" destId="{18A5FADB-2735-4371-AF5E-483DA9D4CF49}" srcOrd="0" destOrd="0" presId="urn:microsoft.com/office/officeart/2005/8/layout/vList2"/>
    <dgm:cxn modelId="{EEEFE5B9-96EA-4E45-944E-3154586C372E}" type="presParOf" srcId="{B913D3E9-8D6F-419E-90C5-E18A0D3CD74B}" destId="{18A5FADB-2735-4371-AF5E-483DA9D4CF49}" srcOrd="0" destOrd="0" presId="urn:microsoft.com/office/officeart/2005/8/layout/vList2"/>
    <dgm:cxn modelId="{854ED3F2-A4F7-4F91-AC44-8250388D7BDB}" type="presParOf" srcId="{B913D3E9-8D6F-419E-90C5-E18A0D3CD74B}" destId="{2F7D0851-33BD-4E72-8EA5-95695BD3F5C3}" srcOrd="1" destOrd="0" presId="urn:microsoft.com/office/officeart/2005/8/layout/vList2"/>
    <dgm:cxn modelId="{D9DE112D-E9AF-4592-A651-0A305826AA6C}" type="presParOf" srcId="{B913D3E9-8D6F-419E-90C5-E18A0D3CD74B}" destId="{8D5721E8-131F-4326-8122-5FDACF333343}" srcOrd="2" destOrd="0" presId="urn:microsoft.com/office/officeart/2005/8/layout/vList2"/>
    <dgm:cxn modelId="{6BA6C718-20D7-450C-8667-FD79F8E1910D}" type="presParOf" srcId="{B913D3E9-8D6F-419E-90C5-E18A0D3CD74B}" destId="{2593DAF6-ACBE-4557-9032-A49AF2572A8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F6742C-66C5-4D18-9C6C-21755C6A9DBA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5A8C949-7887-45C3-9FBD-4882F3D8E4E9}">
      <dgm:prSet/>
      <dgm:spPr/>
      <dgm:t>
        <a:bodyPr/>
        <a:lstStyle/>
        <a:p>
          <a:r>
            <a:rPr lang="de-DE"/>
            <a:t>Observation:</a:t>
          </a:r>
          <a:br>
            <a:rPr lang="de-DE"/>
          </a:br>
          <a:r>
            <a:rPr lang="de-DE"/>
            <a:t>- Graustufenbild</a:t>
          </a:r>
          <a:br>
            <a:rPr lang="de-DE"/>
          </a:br>
          <a:r>
            <a:rPr lang="de-DE"/>
            <a:t>- 84x84 Pixel</a:t>
          </a:r>
          <a:br>
            <a:rPr lang="de-DE"/>
          </a:br>
          <a:r>
            <a:rPr lang="de-DE"/>
            <a:t>- Frame Stacking mit 4 Frames</a:t>
          </a:r>
          <a:endParaRPr lang="en-US"/>
        </a:p>
      </dgm:t>
    </dgm:pt>
    <dgm:pt modelId="{B843897D-B1E2-4A2A-9A44-3F5E708E8CF5}" type="parTrans" cxnId="{B6217D5D-64E0-4B70-BD0B-DC1E52D4C8AC}">
      <dgm:prSet/>
      <dgm:spPr/>
      <dgm:t>
        <a:bodyPr/>
        <a:lstStyle/>
        <a:p>
          <a:endParaRPr lang="en-US"/>
        </a:p>
      </dgm:t>
    </dgm:pt>
    <dgm:pt modelId="{0816C226-AD0B-47A0-9060-36BC7C7E66F9}" type="sibTrans" cxnId="{B6217D5D-64E0-4B70-BD0B-DC1E52D4C8AC}">
      <dgm:prSet/>
      <dgm:spPr/>
      <dgm:t>
        <a:bodyPr/>
        <a:lstStyle/>
        <a:p>
          <a:endParaRPr lang="en-US"/>
        </a:p>
      </dgm:t>
    </dgm:pt>
    <dgm:pt modelId="{9F173DEF-ACB9-4832-980B-BA613D4FA89C}">
      <dgm:prSet/>
      <dgm:spPr/>
      <dgm:t>
        <a:bodyPr/>
        <a:lstStyle/>
        <a:p>
          <a:r>
            <a:rPr lang="de-DE"/>
            <a:t>Aktionen:</a:t>
          </a:r>
          <a:br>
            <a:rPr lang="de-DE"/>
          </a:br>
          <a:r>
            <a:rPr lang="de-DE"/>
            <a:t>- Diskrete Atari Aktionen</a:t>
          </a:r>
          <a:br>
            <a:rPr lang="de-DE"/>
          </a:br>
          <a:r>
            <a:rPr lang="de-DE"/>
            <a:t>- Bewegung + Schläge</a:t>
          </a:r>
          <a:endParaRPr lang="en-US"/>
        </a:p>
      </dgm:t>
    </dgm:pt>
    <dgm:pt modelId="{4562FE2D-CC12-436D-94A9-C653D8130748}" type="parTrans" cxnId="{F93FE409-7A26-41E2-B41E-901244E475C1}">
      <dgm:prSet/>
      <dgm:spPr/>
      <dgm:t>
        <a:bodyPr/>
        <a:lstStyle/>
        <a:p>
          <a:endParaRPr lang="en-US"/>
        </a:p>
      </dgm:t>
    </dgm:pt>
    <dgm:pt modelId="{ABC26DBF-7FCC-499E-AC25-AB8A544F0513}" type="sibTrans" cxnId="{F93FE409-7A26-41E2-B41E-901244E475C1}">
      <dgm:prSet/>
      <dgm:spPr/>
      <dgm:t>
        <a:bodyPr/>
        <a:lstStyle/>
        <a:p>
          <a:endParaRPr lang="en-US"/>
        </a:p>
      </dgm:t>
    </dgm:pt>
    <dgm:pt modelId="{3F93FDB7-88E0-4338-9FF2-F5E40FA7BCA3}" type="pres">
      <dgm:prSet presAssocID="{65F6742C-66C5-4D18-9C6C-21755C6A9DBA}" presName="linear" presStyleCnt="0">
        <dgm:presLayoutVars>
          <dgm:animLvl val="lvl"/>
          <dgm:resizeHandles val="exact"/>
        </dgm:presLayoutVars>
      </dgm:prSet>
      <dgm:spPr/>
    </dgm:pt>
    <dgm:pt modelId="{5C247040-9DD7-492D-80C6-DFB015957DBF}" type="pres">
      <dgm:prSet presAssocID="{15A8C949-7887-45C3-9FBD-4882F3D8E4E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8DACE78-C79D-40CC-A6A3-2539D3B0E3DC}" type="pres">
      <dgm:prSet presAssocID="{0816C226-AD0B-47A0-9060-36BC7C7E66F9}" presName="spacer" presStyleCnt="0"/>
      <dgm:spPr/>
    </dgm:pt>
    <dgm:pt modelId="{6CACE06E-B0EC-49EF-997C-1E2748A6A26A}" type="pres">
      <dgm:prSet presAssocID="{9F173DEF-ACB9-4832-980B-BA613D4FA89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93FE409-7A26-41E2-B41E-901244E475C1}" srcId="{65F6742C-66C5-4D18-9C6C-21755C6A9DBA}" destId="{9F173DEF-ACB9-4832-980B-BA613D4FA89C}" srcOrd="1" destOrd="0" parTransId="{4562FE2D-CC12-436D-94A9-C653D8130748}" sibTransId="{ABC26DBF-7FCC-499E-AC25-AB8A544F0513}"/>
    <dgm:cxn modelId="{B6217D5D-64E0-4B70-BD0B-DC1E52D4C8AC}" srcId="{65F6742C-66C5-4D18-9C6C-21755C6A9DBA}" destId="{15A8C949-7887-45C3-9FBD-4882F3D8E4E9}" srcOrd="0" destOrd="0" parTransId="{B843897D-B1E2-4A2A-9A44-3F5E708E8CF5}" sibTransId="{0816C226-AD0B-47A0-9060-36BC7C7E66F9}"/>
    <dgm:cxn modelId="{D19FBC7C-6BB0-41CA-AD83-5BCAC29A00A8}" type="presOf" srcId="{65F6742C-66C5-4D18-9C6C-21755C6A9DBA}" destId="{3F93FDB7-88E0-4338-9FF2-F5E40FA7BCA3}" srcOrd="0" destOrd="0" presId="urn:microsoft.com/office/officeart/2005/8/layout/vList2"/>
    <dgm:cxn modelId="{7B34729F-FB60-4196-99AE-1B27C7965E05}" type="presOf" srcId="{9F173DEF-ACB9-4832-980B-BA613D4FA89C}" destId="{6CACE06E-B0EC-49EF-997C-1E2748A6A26A}" srcOrd="0" destOrd="0" presId="urn:microsoft.com/office/officeart/2005/8/layout/vList2"/>
    <dgm:cxn modelId="{79F3FDDC-51CA-40ED-AD88-D59428A96176}" type="presOf" srcId="{15A8C949-7887-45C3-9FBD-4882F3D8E4E9}" destId="{5C247040-9DD7-492D-80C6-DFB015957DBF}" srcOrd="0" destOrd="0" presId="urn:microsoft.com/office/officeart/2005/8/layout/vList2"/>
    <dgm:cxn modelId="{72C3095C-19BC-48CB-A746-8E3AFE380C6E}" type="presParOf" srcId="{3F93FDB7-88E0-4338-9FF2-F5E40FA7BCA3}" destId="{5C247040-9DD7-492D-80C6-DFB015957DBF}" srcOrd="0" destOrd="0" presId="urn:microsoft.com/office/officeart/2005/8/layout/vList2"/>
    <dgm:cxn modelId="{972A4D50-9FEF-4EA6-8DB2-FD92BEAAFBD2}" type="presParOf" srcId="{3F93FDB7-88E0-4338-9FF2-F5E40FA7BCA3}" destId="{88DACE78-C79D-40CC-A6A3-2539D3B0E3DC}" srcOrd="1" destOrd="0" presId="urn:microsoft.com/office/officeart/2005/8/layout/vList2"/>
    <dgm:cxn modelId="{332DAA9D-40E6-4341-B7CC-813DC0F1686D}" type="presParOf" srcId="{3F93FDB7-88E0-4338-9FF2-F5E40FA7BCA3}" destId="{6CACE06E-B0EC-49EF-997C-1E2748A6A26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1F1C3FB-B62C-4F7D-954D-CA8567E1731A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22CA26E-BE34-4F6D-8FB1-98BA2751AE96}">
      <dgm:prSet/>
      <dgm:spPr/>
      <dgm:t>
        <a:bodyPr/>
        <a:lstStyle/>
        <a:p>
          <a:r>
            <a:rPr lang="de-DE"/>
            <a:t>GPU-Training mit CUDA funktioniert</a:t>
          </a:r>
          <a:endParaRPr lang="en-US"/>
        </a:p>
      </dgm:t>
    </dgm:pt>
    <dgm:pt modelId="{6DEB1A63-AADC-4EB4-9178-565EA7470871}" type="parTrans" cxnId="{82E33860-DB20-4F4B-9B4F-804F6F26278E}">
      <dgm:prSet/>
      <dgm:spPr/>
      <dgm:t>
        <a:bodyPr/>
        <a:lstStyle/>
        <a:p>
          <a:endParaRPr lang="en-US"/>
        </a:p>
      </dgm:t>
    </dgm:pt>
    <dgm:pt modelId="{8B3FB5A5-7A8A-471D-9ED4-D2A5D5F4D06C}" type="sibTrans" cxnId="{82E33860-DB20-4F4B-9B4F-804F6F26278E}">
      <dgm:prSet/>
      <dgm:spPr/>
      <dgm:t>
        <a:bodyPr/>
        <a:lstStyle/>
        <a:p>
          <a:endParaRPr lang="en-US"/>
        </a:p>
      </dgm:t>
    </dgm:pt>
    <dgm:pt modelId="{A5B2E3DC-BEEE-4108-A4C7-C95BD98AFBD9}">
      <dgm:prSet/>
      <dgm:spPr/>
      <dgm:t>
        <a:bodyPr/>
        <a:lstStyle/>
        <a:p>
          <a:r>
            <a:rPr lang="de-DE"/>
            <a:t>Agent lernt einfache Bewegungen und Angriffe</a:t>
          </a:r>
          <a:endParaRPr lang="en-US"/>
        </a:p>
      </dgm:t>
    </dgm:pt>
    <dgm:pt modelId="{577DA7F5-4F3D-4985-BA7D-A23ADD2D15C1}" type="parTrans" cxnId="{CE7615DE-7789-4FCD-B55A-C908596C310E}">
      <dgm:prSet/>
      <dgm:spPr/>
      <dgm:t>
        <a:bodyPr/>
        <a:lstStyle/>
        <a:p>
          <a:endParaRPr lang="en-US"/>
        </a:p>
      </dgm:t>
    </dgm:pt>
    <dgm:pt modelId="{4A6C0279-3393-4C2B-813B-BC772B60E73D}" type="sibTrans" cxnId="{CE7615DE-7789-4FCD-B55A-C908596C310E}">
      <dgm:prSet/>
      <dgm:spPr/>
      <dgm:t>
        <a:bodyPr/>
        <a:lstStyle/>
        <a:p>
          <a:endParaRPr lang="en-US"/>
        </a:p>
      </dgm:t>
    </dgm:pt>
    <dgm:pt modelId="{0666B706-19E7-4F01-BE9A-80DE0FFFBE31}">
      <dgm:prSet/>
      <dgm:spPr/>
      <dgm:t>
        <a:bodyPr/>
        <a:lstStyle/>
        <a:p>
          <a:r>
            <a:rPr lang="de-DE"/>
            <a:t>Replay Memory funktioniert stabil</a:t>
          </a:r>
          <a:endParaRPr lang="en-US"/>
        </a:p>
      </dgm:t>
    </dgm:pt>
    <dgm:pt modelId="{F53ABF38-31ED-4FF9-AABD-80A8FF3AC29E}" type="parTrans" cxnId="{38B6DCF0-AA83-4A47-BF5A-055FB1F03AE7}">
      <dgm:prSet/>
      <dgm:spPr/>
      <dgm:t>
        <a:bodyPr/>
        <a:lstStyle/>
        <a:p>
          <a:endParaRPr lang="en-US"/>
        </a:p>
      </dgm:t>
    </dgm:pt>
    <dgm:pt modelId="{20C0271C-5D7E-4E7E-8F7B-54BDA6A82C82}" type="sibTrans" cxnId="{38B6DCF0-AA83-4A47-BF5A-055FB1F03AE7}">
      <dgm:prSet/>
      <dgm:spPr/>
      <dgm:t>
        <a:bodyPr/>
        <a:lstStyle/>
        <a:p>
          <a:endParaRPr lang="en-US"/>
        </a:p>
      </dgm:t>
    </dgm:pt>
    <dgm:pt modelId="{76AFD902-22DA-49B3-A909-0D7C81E829CF}">
      <dgm:prSet/>
      <dgm:spPr/>
      <dgm:t>
        <a:bodyPr/>
        <a:lstStyle/>
        <a:p>
          <a:r>
            <a:rPr lang="de-DE"/>
            <a:t>Checkpoints und Best-Model Speicherung funktionieren</a:t>
          </a:r>
          <a:endParaRPr lang="en-US"/>
        </a:p>
      </dgm:t>
    </dgm:pt>
    <dgm:pt modelId="{77D412E1-2774-46FB-8E80-945328B90621}" type="parTrans" cxnId="{EE185A14-0572-4FFB-BEB4-6209FD9FA83A}">
      <dgm:prSet/>
      <dgm:spPr/>
      <dgm:t>
        <a:bodyPr/>
        <a:lstStyle/>
        <a:p>
          <a:endParaRPr lang="en-US"/>
        </a:p>
      </dgm:t>
    </dgm:pt>
    <dgm:pt modelId="{E559B59E-172B-4045-B61E-1520B8429BB8}" type="sibTrans" cxnId="{EE185A14-0572-4FFB-BEB4-6209FD9FA83A}">
      <dgm:prSet/>
      <dgm:spPr/>
      <dgm:t>
        <a:bodyPr/>
        <a:lstStyle/>
        <a:p>
          <a:endParaRPr lang="en-US"/>
        </a:p>
      </dgm:t>
    </dgm:pt>
    <dgm:pt modelId="{F051841C-E9F7-4C5E-A347-8AD277566A92}">
      <dgm:prSet/>
      <dgm:spPr/>
      <dgm:t>
        <a:bodyPr/>
        <a:lstStyle/>
        <a:p>
          <a:r>
            <a:rPr lang="de-DE"/>
            <a:t>Evaluation gegen Standardgegner funktioniert</a:t>
          </a:r>
          <a:endParaRPr lang="en-US"/>
        </a:p>
      </dgm:t>
    </dgm:pt>
    <dgm:pt modelId="{875E8460-3FE1-4B67-B4CC-B15A46162D3B}" type="parTrans" cxnId="{69083031-04F7-4612-ABA4-5678FE40A7B0}">
      <dgm:prSet/>
      <dgm:spPr/>
      <dgm:t>
        <a:bodyPr/>
        <a:lstStyle/>
        <a:p>
          <a:endParaRPr lang="en-US"/>
        </a:p>
      </dgm:t>
    </dgm:pt>
    <dgm:pt modelId="{D49C8F63-6EB0-477B-BD67-5C29D0F4D1C6}" type="sibTrans" cxnId="{69083031-04F7-4612-ABA4-5678FE40A7B0}">
      <dgm:prSet/>
      <dgm:spPr/>
      <dgm:t>
        <a:bodyPr/>
        <a:lstStyle/>
        <a:p>
          <a:endParaRPr lang="en-US"/>
        </a:p>
      </dgm:t>
    </dgm:pt>
    <dgm:pt modelId="{F423104F-7A43-4869-B6DB-1F3025A2341C}" type="pres">
      <dgm:prSet presAssocID="{81F1C3FB-B62C-4F7D-954D-CA8567E1731A}" presName="vert0" presStyleCnt="0">
        <dgm:presLayoutVars>
          <dgm:dir/>
          <dgm:animOne val="branch"/>
          <dgm:animLvl val="lvl"/>
        </dgm:presLayoutVars>
      </dgm:prSet>
      <dgm:spPr/>
    </dgm:pt>
    <dgm:pt modelId="{EAAE411C-05E5-448B-9A4C-B213D1CA109B}" type="pres">
      <dgm:prSet presAssocID="{022CA26E-BE34-4F6D-8FB1-98BA2751AE96}" presName="thickLine" presStyleLbl="alignNode1" presStyleIdx="0" presStyleCnt="5"/>
      <dgm:spPr/>
    </dgm:pt>
    <dgm:pt modelId="{1CA0CEEA-FA5C-45CB-9747-7B320C4455D9}" type="pres">
      <dgm:prSet presAssocID="{022CA26E-BE34-4F6D-8FB1-98BA2751AE96}" presName="horz1" presStyleCnt="0"/>
      <dgm:spPr/>
    </dgm:pt>
    <dgm:pt modelId="{7617B44F-6365-4949-89A7-AEB4831A3259}" type="pres">
      <dgm:prSet presAssocID="{022CA26E-BE34-4F6D-8FB1-98BA2751AE96}" presName="tx1" presStyleLbl="revTx" presStyleIdx="0" presStyleCnt="5"/>
      <dgm:spPr/>
    </dgm:pt>
    <dgm:pt modelId="{93E7FAF1-D3C2-4EAA-81B9-349859AD81E2}" type="pres">
      <dgm:prSet presAssocID="{022CA26E-BE34-4F6D-8FB1-98BA2751AE96}" presName="vert1" presStyleCnt="0"/>
      <dgm:spPr/>
    </dgm:pt>
    <dgm:pt modelId="{03405EDF-1982-4BAD-B917-7BE727B0F714}" type="pres">
      <dgm:prSet presAssocID="{A5B2E3DC-BEEE-4108-A4C7-C95BD98AFBD9}" presName="thickLine" presStyleLbl="alignNode1" presStyleIdx="1" presStyleCnt="5"/>
      <dgm:spPr/>
    </dgm:pt>
    <dgm:pt modelId="{CF437C12-C973-45BE-85A6-F201EA2449EE}" type="pres">
      <dgm:prSet presAssocID="{A5B2E3DC-BEEE-4108-A4C7-C95BD98AFBD9}" presName="horz1" presStyleCnt="0"/>
      <dgm:spPr/>
    </dgm:pt>
    <dgm:pt modelId="{03F58AF5-4E02-4A5D-B8C1-1B1769B76357}" type="pres">
      <dgm:prSet presAssocID="{A5B2E3DC-BEEE-4108-A4C7-C95BD98AFBD9}" presName="tx1" presStyleLbl="revTx" presStyleIdx="1" presStyleCnt="5"/>
      <dgm:spPr/>
    </dgm:pt>
    <dgm:pt modelId="{D8342DC0-A53F-4C5F-AECB-9B1758110E1B}" type="pres">
      <dgm:prSet presAssocID="{A5B2E3DC-BEEE-4108-A4C7-C95BD98AFBD9}" presName="vert1" presStyleCnt="0"/>
      <dgm:spPr/>
    </dgm:pt>
    <dgm:pt modelId="{FB7B0DF0-184D-47B8-BE63-F92B88A6DA80}" type="pres">
      <dgm:prSet presAssocID="{0666B706-19E7-4F01-BE9A-80DE0FFFBE31}" presName="thickLine" presStyleLbl="alignNode1" presStyleIdx="2" presStyleCnt="5"/>
      <dgm:spPr/>
    </dgm:pt>
    <dgm:pt modelId="{6AD8330F-DA62-4346-BF33-512DA7CE7ED8}" type="pres">
      <dgm:prSet presAssocID="{0666B706-19E7-4F01-BE9A-80DE0FFFBE31}" presName="horz1" presStyleCnt="0"/>
      <dgm:spPr/>
    </dgm:pt>
    <dgm:pt modelId="{D883B407-D504-44B7-8213-4ABF19DF447B}" type="pres">
      <dgm:prSet presAssocID="{0666B706-19E7-4F01-BE9A-80DE0FFFBE31}" presName="tx1" presStyleLbl="revTx" presStyleIdx="2" presStyleCnt="5"/>
      <dgm:spPr/>
    </dgm:pt>
    <dgm:pt modelId="{75880E75-FB2A-4BDD-A84B-8C02C845958F}" type="pres">
      <dgm:prSet presAssocID="{0666B706-19E7-4F01-BE9A-80DE0FFFBE31}" presName="vert1" presStyleCnt="0"/>
      <dgm:spPr/>
    </dgm:pt>
    <dgm:pt modelId="{053C449D-2644-41D2-809E-9107DB956B98}" type="pres">
      <dgm:prSet presAssocID="{76AFD902-22DA-49B3-A909-0D7C81E829CF}" presName="thickLine" presStyleLbl="alignNode1" presStyleIdx="3" presStyleCnt="5"/>
      <dgm:spPr/>
    </dgm:pt>
    <dgm:pt modelId="{F75FEDFD-7129-402B-AD76-216E2749D547}" type="pres">
      <dgm:prSet presAssocID="{76AFD902-22DA-49B3-A909-0D7C81E829CF}" presName="horz1" presStyleCnt="0"/>
      <dgm:spPr/>
    </dgm:pt>
    <dgm:pt modelId="{52271FCE-B701-40CE-8CCB-17792E6023D0}" type="pres">
      <dgm:prSet presAssocID="{76AFD902-22DA-49B3-A909-0D7C81E829CF}" presName="tx1" presStyleLbl="revTx" presStyleIdx="3" presStyleCnt="5"/>
      <dgm:spPr/>
    </dgm:pt>
    <dgm:pt modelId="{5960A988-A36D-4AE3-916A-FCAF207BDEA3}" type="pres">
      <dgm:prSet presAssocID="{76AFD902-22DA-49B3-A909-0D7C81E829CF}" presName="vert1" presStyleCnt="0"/>
      <dgm:spPr/>
    </dgm:pt>
    <dgm:pt modelId="{1B721C05-0A0E-4302-8E4F-0FBB45253E4C}" type="pres">
      <dgm:prSet presAssocID="{F051841C-E9F7-4C5E-A347-8AD277566A92}" presName="thickLine" presStyleLbl="alignNode1" presStyleIdx="4" presStyleCnt="5"/>
      <dgm:spPr/>
    </dgm:pt>
    <dgm:pt modelId="{D81C1C67-82EE-4553-B1A1-7430B740B475}" type="pres">
      <dgm:prSet presAssocID="{F051841C-E9F7-4C5E-A347-8AD277566A92}" presName="horz1" presStyleCnt="0"/>
      <dgm:spPr/>
    </dgm:pt>
    <dgm:pt modelId="{30EA43F6-9F40-4AB7-B2C9-88BE4CB86043}" type="pres">
      <dgm:prSet presAssocID="{F051841C-E9F7-4C5E-A347-8AD277566A92}" presName="tx1" presStyleLbl="revTx" presStyleIdx="4" presStyleCnt="5"/>
      <dgm:spPr/>
    </dgm:pt>
    <dgm:pt modelId="{A47B6C66-83DB-4AE3-A6D1-2C7E5979A796}" type="pres">
      <dgm:prSet presAssocID="{F051841C-E9F7-4C5E-A347-8AD277566A92}" presName="vert1" presStyleCnt="0"/>
      <dgm:spPr/>
    </dgm:pt>
  </dgm:ptLst>
  <dgm:cxnLst>
    <dgm:cxn modelId="{EE185A14-0572-4FFB-BEB4-6209FD9FA83A}" srcId="{81F1C3FB-B62C-4F7D-954D-CA8567E1731A}" destId="{76AFD902-22DA-49B3-A909-0D7C81E829CF}" srcOrd="3" destOrd="0" parTransId="{77D412E1-2774-46FB-8E80-945328B90621}" sibTransId="{E559B59E-172B-4045-B61E-1520B8429BB8}"/>
    <dgm:cxn modelId="{D7E8F717-DE2C-41E4-966D-5BC18F955552}" type="presOf" srcId="{A5B2E3DC-BEEE-4108-A4C7-C95BD98AFBD9}" destId="{03F58AF5-4E02-4A5D-B8C1-1B1769B76357}" srcOrd="0" destOrd="0" presId="urn:microsoft.com/office/officeart/2008/layout/LinedList"/>
    <dgm:cxn modelId="{FF344C19-A358-439C-A1C5-1BFDEEC1B8BD}" type="presOf" srcId="{76AFD902-22DA-49B3-A909-0D7C81E829CF}" destId="{52271FCE-B701-40CE-8CCB-17792E6023D0}" srcOrd="0" destOrd="0" presId="urn:microsoft.com/office/officeart/2008/layout/LinedList"/>
    <dgm:cxn modelId="{532CEA27-E45E-47C0-89D1-80FE6FA8C673}" type="presOf" srcId="{0666B706-19E7-4F01-BE9A-80DE0FFFBE31}" destId="{D883B407-D504-44B7-8213-4ABF19DF447B}" srcOrd="0" destOrd="0" presId="urn:microsoft.com/office/officeart/2008/layout/LinedList"/>
    <dgm:cxn modelId="{69083031-04F7-4612-ABA4-5678FE40A7B0}" srcId="{81F1C3FB-B62C-4F7D-954D-CA8567E1731A}" destId="{F051841C-E9F7-4C5E-A347-8AD277566A92}" srcOrd="4" destOrd="0" parTransId="{875E8460-3FE1-4B67-B4CC-B15A46162D3B}" sibTransId="{D49C8F63-6EB0-477B-BD67-5C29D0F4D1C6}"/>
    <dgm:cxn modelId="{2577805F-C7FA-4945-B0A8-8DE2CE1026E6}" type="presOf" srcId="{F051841C-E9F7-4C5E-A347-8AD277566A92}" destId="{30EA43F6-9F40-4AB7-B2C9-88BE4CB86043}" srcOrd="0" destOrd="0" presId="urn:microsoft.com/office/officeart/2008/layout/LinedList"/>
    <dgm:cxn modelId="{82E33860-DB20-4F4B-9B4F-804F6F26278E}" srcId="{81F1C3FB-B62C-4F7D-954D-CA8567E1731A}" destId="{022CA26E-BE34-4F6D-8FB1-98BA2751AE96}" srcOrd="0" destOrd="0" parTransId="{6DEB1A63-AADC-4EB4-9178-565EA7470871}" sibTransId="{8B3FB5A5-7A8A-471D-9ED4-D2A5D5F4D06C}"/>
    <dgm:cxn modelId="{47911A65-F8D7-4E02-94CF-25C74E9976E3}" type="presOf" srcId="{81F1C3FB-B62C-4F7D-954D-CA8567E1731A}" destId="{F423104F-7A43-4869-B6DB-1F3025A2341C}" srcOrd="0" destOrd="0" presId="urn:microsoft.com/office/officeart/2008/layout/LinedList"/>
    <dgm:cxn modelId="{F59DEC98-D24B-436B-AC34-F32DD794609B}" type="presOf" srcId="{022CA26E-BE34-4F6D-8FB1-98BA2751AE96}" destId="{7617B44F-6365-4949-89A7-AEB4831A3259}" srcOrd="0" destOrd="0" presId="urn:microsoft.com/office/officeart/2008/layout/LinedList"/>
    <dgm:cxn modelId="{CE7615DE-7789-4FCD-B55A-C908596C310E}" srcId="{81F1C3FB-B62C-4F7D-954D-CA8567E1731A}" destId="{A5B2E3DC-BEEE-4108-A4C7-C95BD98AFBD9}" srcOrd="1" destOrd="0" parTransId="{577DA7F5-4F3D-4985-BA7D-A23ADD2D15C1}" sibTransId="{4A6C0279-3393-4C2B-813B-BC772B60E73D}"/>
    <dgm:cxn modelId="{38B6DCF0-AA83-4A47-BF5A-055FB1F03AE7}" srcId="{81F1C3FB-B62C-4F7D-954D-CA8567E1731A}" destId="{0666B706-19E7-4F01-BE9A-80DE0FFFBE31}" srcOrd="2" destOrd="0" parTransId="{F53ABF38-31ED-4FF9-AABD-80A8FF3AC29E}" sibTransId="{20C0271C-5D7E-4E7E-8F7B-54BDA6A82C82}"/>
    <dgm:cxn modelId="{F0646300-C72D-4333-B9A2-205889D72FFE}" type="presParOf" srcId="{F423104F-7A43-4869-B6DB-1F3025A2341C}" destId="{EAAE411C-05E5-448B-9A4C-B213D1CA109B}" srcOrd="0" destOrd="0" presId="urn:microsoft.com/office/officeart/2008/layout/LinedList"/>
    <dgm:cxn modelId="{7CA6E046-8425-4A4B-BDCB-2ECD75E41BDC}" type="presParOf" srcId="{F423104F-7A43-4869-B6DB-1F3025A2341C}" destId="{1CA0CEEA-FA5C-45CB-9747-7B320C4455D9}" srcOrd="1" destOrd="0" presId="urn:microsoft.com/office/officeart/2008/layout/LinedList"/>
    <dgm:cxn modelId="{C1A5EB9D-6EDF-48C6-9C64-FD55ABB1197D}" type="presParOf" srcId="{1CA0CEEA-FA5C-45CB-9747-7B320C4455D9}" destId="{7617B44F-6365-4949-89A7-AEB4831A3259}" srcOrd="0" destOrd="0" presId="urn:microsoft.com/office/officeart/2008/layout/LinedList"/>
    <dgm:cxn modelId="{5203299F-02C8-4C3E-8C85-C3E16D9C8815}" type="presParOf" srcId="{1CA0CEEA-FA5C-45CB-9747-7B320C4455D9}" destId="{93E7FAF1-D3C2-4EAA-81B9-349859AD81E2}" srcOrd="1" destOrd="0" presId="urn:microsoft.com/office/officeart/2008/layout/LinedList"/>
    <dgm:cxn modelId="{AFBDAA10-5F96-4BFF-9246-2C063904A49B}" type="presParOf" srcId="{F423104F-7A43-4869-B6DB-1F3025A2341C}" destId="{03405EDF-1982-4BAD-B917-7BE727B0F714}" srcOrd="2" destOrd="0" presId="urn:microsoft.com/office/officeart/2008/layout/LinedList"/>
    <dgm:cxn modelId="{573B68B2-8100-40D5-94A2-52F057223E5E}" type="presParOf" srcId="{F423104F-7A43-4869-B6DB-1F3025A2341C}" destId="{CF437C12-C973-45BE-85A6-F201EA2449EE}" srcOrd="3" destOrd="0" presId="urn:microsoft.com/office/officeart/2008/layout/LinedList"/>
    <dgm:cxn modelId="{A62F6112-FC40-40CD-9F47-79CC156B87B7}" type="presParOf" srcId="{CF437C12-C973-45BE-85A6-F201EA2449EE}" destId="{03F58AF5-4E02-4A5D-B8C1-1B1769B76357}" srcOrd="0" destOrd="0" presId="urn:microsoft.com/office/officeart/2008/layout/LinedList"/>
    <dgm:cxn modelId="{56E406F8-7097-4CD0-BCAF-C1FD6CFAE3A5}" type="presParOf" srcId="{CF437C12-C973-45BE-85A6-F201EA2449EE}" destId="{D8342DC0-A53F-4C5F-AECB-9B1758110E1B}" srcOrd="1" destOrd="0" presId="urn:microsoft.com/office/officeart/2008/layout/LinedList"/>
    <dgm:cxn modelId="{7A916D2A-B721-4538-98E0-E6746E640060}" type="presParOf" srcId="{F423104F-7A43-4869-B6DB-1F3025A2341C}" destId="{FB7B0DF0-184D-47B8-BE63-F92B88A6DA80}" srcOrd="4" destOrd="0" presId="urn:microsoft.com/office/officeart/2008/layout/LinedList"/>
    <dgm:cxn modelId="{3640B125-4E01-4247-B4FB-3FB032CDE7C4}" type="presParOf" srcId="{F423104F-7A43-4869-B6DB-1F3025A2341C}" destId="{6AD8330F-DA62-4346-BF33-512DA7CE7ED8}" srcOrd="5" destOrd="0" presId="urn:microsoft.com/office/officeart/2008/layout/LinedList"/>
    <dgm:cxn modelId="{E962C74D-C5A5-493A-99AD-20E9DA81A8C7}" type="presParOf" srcId="{6AD8330F-DA62-4346-BF33-512DA7CE7ED8}" destId="{D883B407-D504-44B7-8213-4ABF19DF447B}" srcOrd="0" destOrd="0" presId="urn:microsoft.com/office/officeart/2008/layout/LinedList"/>
    <dgm:cxn modelId="{9498658E-83C4-49AF-B720-7A3570F9232D}" type="presParOf" srcId="{6AD8330F-DA62-4346-BF33-512DA7CE7ED8}" destId="{75880E75-FB2A-4BDD-A84B-8C02C845958F}" srcOrd="1" destOrd="0" presId="urn:microsoft.com/office/officeart/2008/layout/LinedList"/>
    <dgm:cxn modelId="{E18C1A16-6886-4453-9AA9-365B0FF0346E}" type="presParOf" srcId="{F423104F-7A43-4869-B6DB-1F3025A2341C}" destId="{053C449D-2644-41D2-809E-9107DB956B98}" srcOrd="6" destOrd="0" presId="urn:microsoft.com/office/officeart/2008/layout/LinedList"/>
    <dgm:cxn modelId="{5145B2AD-0F30-456B-86A8-14A03F0BC9B6}" type="presParOf" srcId="{F423104F-7A43-4869-B6DB-1F3025A2341C}" destId="{F75FEDFD-7129-402B-AD76-216E2749D547}" srcOrd="7" destOrd="0" presId="urn:microsoft.com/office/officeart/2008/layout/LinedList"/>
    <dgm:cxn modelId="{4FAA5508-9BC4-4D34-AA10-E2C22DE9DA8D}" type="presParOf" srcId="{F75FEDFD-7129-402B-AD76-216E2749D547}" destId="{52271FCE-B701-40CE-8CCB-17792E6023D0}" srcOrd="0" destOrd="0" presId="urn:microsoft.com/office/officeart/2008/layout/LinedList"/>
    <dgm:cxn modelId="{4CA9434F-D554-48E3-84EE-4BAE290F612E}" type="presParOf" srcId="{F75FEDFD-7129-402B-AD76-216E2749D547}" destId="{5960A988-A36D-4AE3-916A-FCAF207BDEA3}" srcOrd="1" destOrd="0" presId="urn:microsoft.com/office/officeart/2008/layout/LinedList"/>
    <dgm:cxn modelId="{51F8E0A7-936F-48C6-B5E8-B194F4FAC8E0}" type="presParOf" srcId="{F423104F-7A43-4869-B6DB-1F3025A2341C}" destId="{1B721C05-0A0E-4302-8E4F-0FBB45253E4C}" srcOrd="8" destOrd="0" presId="urn:microsoft.com/office/officeart/2008/layout/LinedList"/>
    <dgm:cxn modelId="{3F7A8845-7B79-4BC6-82FC-2E03886170BD}" type="presParOf" srcId="{F423104F-7A43-4869-B6DB-1F3025A2341C}" destId="{D81C1C67-82EE-4553-B1A1-7430B740B475}" srcOrd="9" destOrd="0" presId="urn:microsoft.com/office/officeart/2008/layout/LinedList"/>
    <dgm:cxn modelId="{0168E91A-2CC4-40C0-AAB5-74671CDA3B9F}" type="presParOf" srcId="{D81C1C67-82EE-4553-B1A1-7430B740B475}" destId="{30EA43F6-9F40-4AB7-B2C9-88BE4CB86043}" srcOrd="0" destOrd="0" presId="urn:microsoft.com/office/officeart/2008/layout/LinedList"/>
    <dgm:cxn modelId="{06C9EA82-D31E-4BF6-A9AB-F088EBAD6DEA}" type="presParOf" srcId="{D81C1C67-82EE-4553-B1A1-7430B740B475}" destId="{A47B6C66-83DB-4AE3-A6D1-2C7E5979A79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1D19914-65F6-43BC-A9E1-0D8AB4906F69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63DCE89-3228-414E-8FD5-B8E5B5A50796}">
      <dgm:prSet/>
      <dgm:spPr/>
      <dgm:t>
        <a:bodyPr/>
        <a:lstStyle/>
        <a:p>
          <a:r>
            <a:rPr lang="de-DE"/>
            <a:t>Training dauert sehr lange </a:t>
          </a:r>
          <a:endParaRPr lang="en-US"/>
        </a:p>
      </dgm:t>
    </dgm:pt>
    <dgm:pt modelId="{382BCAF7-AA0A-4F3C-8608-39A606989038}" type="parTrans" cxnId="{3F193505-0073-42DA-B097-1D65BE2D06FF}">
      <dgm:prSet/>
      <dgm:spPr/>
      <dgm:t>
        <a:bodyPr/>
        <a:lstStyle/>
        <a:p>
          <a:endParaRPr lang="en-US"/>
        </a:p>
      </dgm:t>
    </dgm:pt>
    <dgm:pt modelId="{35F0F740-58C5-4431-B642-ADB2DA7D2983}" type="sibTrans" cxnId="{3F193505-0073-42DA-B097-1D65BE2D06FF}">
      <dgm:prSet/>
      <dgm:spPr/>
      <dgm:t>
        <a:bodyPr/>
        <a:lstStyle/>
        <a:p>
          <a:endParaRPr lang="en-US"/>
        </a:p>
      </dgm:t>
    </dgm:pt>
    <dgm:pt modelId="{56E4E654-5318-4782-848D-3A6415265DFC}">
      <dgm:prSet/>
      <dgm:spPr/>
      <dgm:t>
        <a:bodyPr/>
        <a:lstStyle/>
        <a:p>
          <a:r>
            <a:rPr lang="de-DE"/>
            <a:t>Rewards schwanken stark</a:t>
          </a:r>
          <a:endParaRPr lang="en-US"/>
        </a:p>
      </dgm:t>
    </dgm:pt>
    <dgm:pt modelId="{E2AF82CD-93BF-4EEF-B3B8-F78DBD578C4D}" type="parTrans" cxnId="{0F1331A2-C376-4CB7-A26C-6B5100926172}">
      <dgm:prSet/>
      <dgm:spPr/>
      <dgm:t>
        <a:bodyPr/>
        <a:lstStyle/>
        <a:p>
          <a:endParaRPr lang="en-US"/>
        </a:p>
      </dgm:t>
    </dgm:pt>
    <dgm:pt modelId="{52877D38-8E65-431E-9900-F39C89DDAC76}" type="sibTrans" cxnId="{0F1331A2-C376-4CB7-A26C-6B5100926172}">
      <dgm:prSet/>
      <dgm:spPr/>
      <dgm:t>
        <a:bodyPr/>
        <a:lstStyle/>
        <a:p>
          <a:endParaRPr lang="en-US"/>
        </a:p>
      </dgm:t>
    </dgm:pt>
    <dgm:pt modelId="{A8A90579-22AE-4CD1-8883-1782D084EE4C}">
      <dgm:prSet/>
      <dgm:spPr/>
      <dgm:t>
        <a:bodyPr/>
        <a:lstStyle/>
        <a:p>
          <a:r>
            <a:rPr lang="de-DE"/>
            <a:t>Schwer zu erkennen ob Agent wirklich besser wird</a:t>
          </a:r>
          <a:endParaRPr lang="en-US"/>
        </a:p>
      </dgm:t>
    </dgm:pt>
    <dgm:pt modelId="{8C8F730A-DAC3-4E03-A9DE-FD65EBD961CB}" type="parTrans" cxnId="{C6CE361B-107C-4B55-9FD9-BD4BF74481EB}">
      <dgm:prSet/>
      <dgm:spPr/>
      <dgm:t>
        <a:bodyPr/>
        <a:lstStyle/>
        <a:p>
          <a:endParaRPr lang="en-US"/>
        </a:p>
      </dgm:t>
    </dgm:pt>
    <dgm:pt modelId="{338AD00A-C975-4CDE-8FDD-2AF902C76610}" type="sibTrans" cxnId="{C6CE361B-107C-4B55-9FD9-BD4BF74481EB}">
      <dgm:prSet/>
      <dgm:spPr/>
      <dgm:t>
        <a:bodyPr/>
        <a:lstStyle/>
        <a:p>
          <a:endParaRPr lang="en-US"/>
        </a:p>
      </dgm:t>
    </dgm:pt>
    <dgm:pt modelId="{A2A764C6-5CD4-4CE9-A804-056053F4D998}" type="pres">
      <dgm:prSet presAssocID="{21D19914-65F6-43BC-A9E1-0D8AB4906F69}" presName="vert0" presStyleCnt="0">
        <dgm:presLayoutVars>
          <dgm:dir/>
          <dgm:animOne val="branch"/>
          <dgm:animLvl val="lvl"/>
        </dgm:presLayoutVars>
      </dgm:prSet>
      <dgm:spPr/>
    </dgm:pt>
    <dgm:pt modelId="{D81CD2E9-BBCC-4103-B19B-A56A181F9AD0}" type="pres">
      <dgm:prSet presAssocID="{F63DCE89-3228-414E-8FD5-B8E5B5A50796}" presName="thickLine" presStyleLbl="alignNode1" presStyleIdx="0" presStyleCnt="3"/>
      <dgm:spPr/>
    </dgm:pt>
    <dgm:pt modelId="{48A05F27-661C-4FC9-9FF5-4877A86E4B08}" type="pres">
      <dgm:prSet presAssocID="{F63DCE89-3228-414E-8FD5-B8E5B5A50796}" presName="horz1" presStyleCnt="0"/>
      <dgm:spPr/>
    </dgm:pt>
    <dgm:pt modelId="{11BD0A33-A09E-4A7F-B351-B37EFC470304}" type="pres">
      <dgm:prSet presAssocID="{F63DCE89-3228-414E-8FD5-B8E5B5A50796}" presName="tx1" presStyleLbl="revTx" presStyleIdx="0" presStyleCnt="3"/>
      <dgm:spPr/>
    </dgm:pt>
    <dgm:pt modelId="{33A9ECC6-9B66-429D-8BEA-615F374FF480}" type="pres">
      <dgm:prSet presAssocID="{F63DCE89-3228-414E-8FD5-B8E5B5A50796}" presName="vert1" presStyleCnt="0"/>
      <dgm:spPr/>
    </dgm:pt>
    <dgm:pt modelId="{5B9C0DEC-9662-4E10-8C9D-D6FCBF525492}" type="pres">
      <dgm:prSet presAssocID="{56E4E654-5318-4782-848D-3A6415265DFC}" presName="thickLine" presStyleLbl="alignNode1" presStyleIdx="1" presStyleCnt="3"/>
      <dgm:spPr/>
    </dgm:pt>
    <dgm:pt modelId="{0D282FBB-19BC-469A-BCA0-6AB9B72FFC5A}" type="pres">
      <dgm:prSet presAssocID="{56E4E654-5318-4782-848D-3A6415265DFC}" presName="horz1" presStyleCnt="0"/>
      <dgm:spPr/>
    </dgm:pt>
    <dgm:pt modelId="{2D23DE4F-6AD6-40C8-B930-BBF64ABE0DE3}" type="pres">
      <dgm:prSet presAssocID="{56E4E654-5318-4782-848D-3A6415265DFC}" presName="tx1" presStyleLbl="revTx" presStyleIdx="1" presStyleCnt="3"/>
      <dgm:spPr/>
    </dgm:pt>
    <dgm:pt modelId="{9226D45F-BC7B-492D-AAF6-DFE970ACD7D8}" type="pres">
      <dgm:prSet presAssocID="{56E4E654-5318-4782-848D-3A6415265DFC}" presName="vert1" presStyleCnt="0"/>
      <dgm:spPr/>
    </dgm:pt>
    <dgm:pt modelId="{D104BC44-D6BF-4989-AC70-253B6E82A6B1}" type="pres">
      <dgm:prSet presAssocID="{A8A90579-22AE-4CD1-8883-1782D084EE4C}" presName="thickLine" presStyleLbl="alignNode1" presStyleIdx="2" presStyleCnt="3"/>
      <dgm:spPr/>
    </dgm:pt>
    <dgm:pt modelId="{AACA32B8-9314-49F7-9E56-59E496514E8D}" type="pres">
      <dgm:prSet presAssocID="{A8A90579-22AE-4CD1-8883-1782D084EE4C}" presName="horz1" presStyleCnt="0"/>
      <dgm:spPr/>
    </dgm:pt>
    <dgm:pt modelId="{936D529C-EC3E-4515-9B6C-2C225490080C}" type="pres">
      <dgm:prSet presAssocID="{A8A90579-22AE-4CD1-8883-1782D084EE4C}" presName="tx1" presStyleLbl="revTx" presStyleIdx="2" presStyleCnt="3"/>
      <dgm:spPr/>
    </dgm:pt>
    <dgm:pt modelId="{33651082-53DE-4560-9341-420E07E21CE8}" type="pres">
      <dgm:prSet presAssocID="{A8A90579-22AE-4CD1-8883-1782D084EE4C}" presName="vert1" presStyleCnt="0"/>
      <dgm:spPr/>
    </dgm:pt>
  </dgm:ptLst>
  <dgm:cxnLst>
    <dgm:cxn modelId="{3F193505-0073-42DA-B097-1D65BE2D06FF}" srcId="{21D19914-65F6-43BC-A9E1-0D8AB4906F69}" destId="{F63DCE89-3228-414E-8FD5-B8E5B5A50796}" srcOrd="0" destOrd="0" parTransId="{382BCAF7-AA0A-4F3C-8608-39A606989038}" sibTransId="{35F0F740-58C5-4431-B642-ADB2DA7D2983}"/>
    <dgm:cxn modelId="{C6CE361B-107C-4B55-9FD9-BD4BF74481EB}" srcId="{21D19914-65F6-43BC-A9E1-0D8AB4906F69}" destId="{A8A90579-22AE-4CD1-8883-1782D084EE4C}" srcOrd="2" destOrd="0" parTransId="{8C8F730A-DAC3-4E03-A9DE-FD65EBD961CB}" sibTransId="{338AD00A-C975-4CDE-8FDD-2AF902C76610}"/>
    <dgm:cxn modelId="{74637E41-339F-44C8-A100-1D412041F3F8}" type="presOf" srcId="{21D19914-65F6-43BC-A9E1-0D8AB4906F69}" destId="{A2A764C6-5CD4-4CE9-A804-056053F4D998}" srcOrd="0" destOrd="0" presId="urn:microsoft.com/office/officeart/2008/layout/LinedList"/>
    <dgm:cxn modelId="{C5F3FC45-EDDE-4853-BD68-B9A0C3F19D4B}" type="presOf" srcId="{F63DCE89-3228-414E-8FD5-B8E5B5A50796}" destId="{11BD0A33-A09E-4A7F-B351-B37EFC470304}" srcOrd="0" destOrd="0" presId="urn:microsoft.com/office/officeart/2008/layout/LinedList"/>
    <dgm:cxn modelId="{2F5C3073-E9BA-407E-B8E7-52C0269E7B0F}" type="presOf" srcId="{56E4E654-5318-4782-848D-3A6415265DFC}" destId="{2D23DE4F-6AD6-40C8-B930-BBF64ABE0DE3}" srcOrd="0" destOrd="0" presId="urn:microsoft.com/office/officeart/2008/layout/LinedList"/>
    <dgm:cxn modelId="{09F16C75-376D-4A4B-89D3-CCE314588D6B}" type="presOf" srcId="{A8A90579-22AE-4CD1-8883-1782D084EE4C}" destId="{936D529C-EC3E-4515-9B6C-2C225490080C}" srcOrd="0" destOrd="0" presId="urn:microsoft.com/office/officeart/2008/layout/LinedList"/>
    <dgm:cxn modelId="{0F1331A2-C376-4CB7-A26C-6B5100926172}" srcId="{21D19914-65F6-43BC-A9E1-0D8AB4906F69}" destId="{56E4E654-5318-4782-848D-3A6415265DFC}" srcOrd="1" destOrd="0" parTransId="{E2AF82CD-93BF-4EEF-B3B8-F78DBD578C4D}" sibTransId="{52877D38-8E65-431E-9900-F39C89DDAC76}"/>
    <dgm:cxn modelId="{9905F3DD-4828-4BB5-ADBF-F5605522A6BD}" type="presParOf" srcId="{A2A764C6-5CD4-4CE9-A804-056053F4D998}" destId="{D81CD2E9-BBCC-4103-B19B-A56A181F9AD0}" srcOrd="0" destOrd="0" presId="urn:microsoft.com/office/officeart/2008/layout/LinedList"/>
    <dgm:cxn modelId="{636EA184-90E7-40D2-A934-A0A57A69184F}" type="presParOf" srcId="{A2A764C6-5CD4-4CE9-A804-056053F4D998}" destId="{48A05F27-661C-4FC9-9FF5-4877A86E4B08}" srcOrd="1" destOrd="0" presId="urn:microsoft.com/office/officeart/2008/layout/LinedList"/>
    <dgm:cxn modelId="{85561392-8B28-44C6-9C1F-F75CCFCDB582}" type="presParOf" srcId="{48A05F27-661C-4FC9-9FF5-4877A86E4B08}" destId="{11BD0A33-A09E-4A7F-B351-B37EFC470304}" srcOrd="0" destOrd="0" presId="urn:microsoft.com/office/officeart/2008/layout/LinedList"/>
    <dgm:cxn modelId="{85320CAC-D8E9-40CE-B4AF-7681E3E1DA4B}" type="presParOf" srcId="{48A05F27-661C-4FC9-9FF5-4877A86E4B08}" destId="{33A9ECC6-9B66-429D-8BEA-615F374FF480}" srcOrd="1" destOrd="0" presId="urn:microsoft.com/office/officeart/2008/layout/LinedList"/>
    <dgm:cxn modelId="{850928D1-3860-4BF0-A3E0-FA4C4ED72F9B}" type="presParOf" srcId="{A2A764C6-5CD4-4CE9-A804-056053F4D998}" destId="{5B9C0DEC-9662-4E10-8C9D-D6FCBF525492}" srcOrd="2" destOrd="0" presId="urn:microsoft.com/office/officeart/2008/layout/LinedList"/>
    <dgm:cxn modelId="{FD60C0E2-2660-4608-AB1B-1629DB5D9705}" type="presParOf" srcId="{A2A764C6-5CD4-4CE9-A804-056053F4D998}" destId="{0D282FBB-19BC-469A-BCA0-6AB9B72FFC5A}" srcOrd="3" destOrd="0" presId="urn:microsoft.com/office/officeart/2008/layout/LinedList"/>
    <dgm:cxn modelId="{DD5AD275-26FF-4474-9ACD-FD9A241BF7FF}" type="presParOf" srcId="{0D282FBB-19BC-469A-BCA0-6AB9B72FFC5A}" destId="{2D23DE4F-6AD6-40C8-B930-BBF64ABE0DE3}" srcOrd="0" destOrd="0" presId="urn:microsoft.com/office/officeart/2008/layout/LinedList"/>
    <dgm:cxn modelId="{26800C66-2BE0-40A6-81EA-554CE605A471}" type="presParOf" srcId="{0D282FBB-19BC-469A-BCA0-6AB9B72FFC5A}" destId="{9226D45F-BC7B-492D-AAF6-DFE970ACD7D8}" srcOrd="1" destOrd="0" presId="urn:microsoft.com/office/officeart/2008/layout/LinedList"/>
    <dgm:cxn modelId="{B60223EE-DF2A-4512-B324-FEE2697EC392}" type="presParOf" srcId="{A2A764C6-5CD4-4CE9-A804-056053F4D998}" destId="{D104BC44-D6BF-4989-AC70-253B6E82A6B1}" srcOrd="4" destOrd="0" presId="urn:microsoft.com/office/officeart/2008/layout/LinedList"/>
    <dgm:cxn modelId="{B8EC8F76-D420-4741-B984-46155C172D88}" type="presParOf" srcId="{A2A764C6-5CD4-4CE9-A804-056053F4D998}" destId="{AACA32B8-9314-49F7-9E56-59E496514E8D}" srcOrd="5" destOrd="0" presId="urn:microsoft.com/office/officeart/2008/layout/LinedList"/>
    <dgm:cxn modelId="{181C37C0-AAAF-441D-AE71-F64775A94A74}" type="presParOf" srcId="{AACA32B8-9314-49F7-9E56-59E496514E8D}" destId="{936D529C-EC3E-4515-9B6C-2C225490080C}" srcOrd="0" destOrd="0" presId="urn:microsoft.com/office/officeart/2008/layout/LinedList"/>
    <dgm:cxn modelId="{9F0897C6-FBF2-454F-8B77-E915FB85D463}" type="presParOf" srcId="{AACA32B8-9314-49F7-9E56-59E496514E8D}" destId="{33651082-53DE-4560-9341-420E07E21CE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A5FADB-2735-4371-AF5E-483DA9D4CF49}">
      <dsp:nvSpPr>
        <dsp:cNvPr id="0" name=""/>
        <dsp:cNvSpPr/>
      </dsp:nvSpPr>
      <dsp:spPr>
        <a:xfrm>
          <a:off x="0" y="17712"/>
          <a:ext cx="6666833" cy="8353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400" kern="1200"/>
            <a:t>Algorithmus:</a:t>
          </a:r>
          <a:endParaRPr lang="en-US" sz="3400" kern="1200"/>
        </a:p>
      </dsp:txBody>
      <dsp:txXfrm>
        <a:off x="40780" y="58492"/>
        <a:ext cx="6585273" cy="753820"/>
      </dsp:txXfrm>
    </dsp:sp>
    <dsp:sp modelId="{2F7D0851-33BD-4E72-8EA5-95695BD3F5C3}">
      <dsp:nvSpPr>
        <dsp:cNvPr id="0" name=""/>
        <dsp:cNvSpPr/>
      </dsp:nvSpPr>
      <dsp:spPr>
        <a:xfrm>
          <a:off x="0" y="853092"/>
          <a:ext cx="6666833" cy="932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700" kern="1200"/>
            <a:t>DQN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700" kern="1200"/>
            <a:t>Erweiterung in Richtung Double DQN</a:t>
          </a:r>
          <a:endParaRPr lang="en-US" sz="2700" kern="1200"/>
        </a:p>
      </dsp:txBody>
      <dsp:txXfrm>
        <a:off x="0" y="853092"/>
        <a:ext cx="6666833" cy="932535"/>
      </dsp:txXfrm>
    </dsp:sp>
    <dsp:sp modelId="{8D5721E8-131F-4326-8122-5FDACF333343}">
      <dsp:nvSpPr>
        <dsp:cNvPr id="0" name=""/>
        <dsp:cNvSpPr/>
      </dsp:nvSpPr>
      <dsp:spPr>
        <a:xfrm>
          <a:off x="0" y="1785627"/>
          <a:ext cx="6666833" cy="8353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400" kern="1200"/>
            <a:t>Architektur:</a:t>
          </a:r>
          <a:endParaRPr lang="en-US" sz="3400" kern="1200"/>
        </a:p>
      </dsp:txBody>
      <dsp:txXfrm>
        <a:off x="40780" y="1826407"/>
        <a:ext cx="6585273" cy="753820"/>
      </dsp:txXfrm>
    </dsp:sp>
    <dsp:sp modelId="{2593DAF6-ACBE-4557-9032-A49AF2572A8F}">
      <dsp:nvSpPr>
        <dsp:cNvPr id="0" name=""/>
        <dsp:cNvSpPr/>
      </dsp:nvSpPr>
      <dsp:spPr>
        <a:xfrm>
          <a:off x="0" y="2621007"/>
          <a:ext cx="6666833" cy="2815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700" kern="1200"/>
            <a:t>CNN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700" kern="1200"/>
            <a:t>3 Conv-Layer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700" kern="1200"/>
            <a:t>Fully Connected Layer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700" kern="1200"/>
            <a:t>Replay Memory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700" kern="1200"/>
            <a:t>Target Network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700" kern="1200"/>
            <a:t>Epsilon-Greedy Exploration</a:t>
          </a:r>
          <a:endParaRPr lang="en-US" sz="2700" kern="1200"/>
        </a:p>
      </dsp:txBody>
      <dsp:txXfrm>
        <a:off x="0" y="2621007"/>
        <a:ext cx="6666833" cy="28152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247040-9DD7-492D-80C6-DFB015957DBF}">
      <dsp:nvSpPr>
        <dsp:cNvPr id="0" name=""/>
        <dsp:cNvSpPr/>
      </dsp:nvSpPr>
      <dsp:spPr>
        <a:xfrm>
          <a:off x="0" y="32989"/>
          <a:ext cx="6666833" cy="264069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700" kern="1200"/>
            <a:t>Observation:</a:t>
          </a:r>
          <a:br>
            <a:rPr lang="de-DE" sz="3700" kern="1200"/>
          </a:br>
          <a:r>
            <a:rPr lang="de-DE" sz="3700" kern="1200"/>
            <a:t>- Graustufenbild</a:t>
          </a:r>
          <a:br>
            <a:rPr lang="de-DE" sz="3700" kern="1200"/>
          </a:br>
          <a:r>
            <a:rPr lang="de-DE" sz="3700" kern="1200"/>
            <a:t>- 84x84 Pixel</a:t>
          </a:r>
          <a:br>
            <a:rPr lang="de-DE" sz="3700" kern="1200"/>
          </a:br>
          <a:r>
            <a:rPr lang="de-DE" sz="3700" kern="1200"/>
            <a:t>- Frame Stacking mit 4 Frames</a:t>
          </a:r>
          <a:endParaRPr lang="en-US" sz="3700" kern="1200"/>
        </a:p>
      </dsp:txBody>
      <dsp:txXfrm>
        <a:off x="128908" y="161897"/>
        <a:ext cx="6409017" cy="2382874"/>
      </dsp:txXfrm>
    </dsp:sp>
    <dsp:sp modelId="{6CACE06E-B0EC-49EF-997C-1E2748A6A26A}">
      <dsp:nvSpPr>
        <dsp:cNvPr id="0" name=""/>
        <dsp:cNvSpPr/>
      </dsp:nvSpPr>
      <dsp:spPr>
        <a:xfrm>
          <a:off x="0" y="2780239"/>
          <a:ext cx="6666833" cy="264069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700" kern="1200"/>
            <a:t>Aktionen:</a:t>
          </a:r>
          <a:br>
            <a:rPr lang="de-DE" sz="3700" kern="1200"/>
          </a:br>
          <a:r>
            <a:rPr lang="de-DE" sz="3700" kern="1200"/>
            <a:t>- Diskrete Atari Aktionen</a:t>
          </a:r>
          <a:br>
            <a:rPr lang="de-DE" sz="3700" kern="1200"/>
          </a:br>
          <a:r>
            <a:rPr lang="de-DE" sz="3700" kern="1200"/>
            <a:t>- Bewegung + Schläge</a:t>
          </a:r>
          <a:endParaRPr lang="en-US" sz="3700" kern="1200"/>
        </a:p>
      </dsp:txBody>
      <dsp:txXfrm>
        <a:off x="128908" y="2909147"/>
        <a:ext cx="6409017" cy="23828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AE411C-05E5-448B-9A4C-B213D1CA109B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617B44F-6365-4949-89A7-AEB4831A3259}">
      <dsp:nvSpPr>
        <dsp:cNvPr id="0" name=""/>
        <dsp:cNvSpPr/>
      </dsp:nvSpPr>
      <dsp:spPr>
        <a:xfrm>
          <a:off x="0" y="665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/>
            <a:t>GPU-Training mit CUDA funktioniert</a:t>
          </a:r>
          <a:endParaRPr lang="en-US" sz="3000" kern="1200"/>
        </a:p>
      </dsp:txBody>
      <dsp:txXfrm>
        <a:off x="0" y="665"/>
        <a:ext cx="6666833" cy="1090517"/>
      </dsp:txXfrm>
    </dsp:sp>
    <dsp:sp modelId="{03405EDF-1982-4BAD-B917-7BE727B0F714}">
      <dsp:nvSpPr>
        <dsp:cNvPr id="0" name=""/>
        <dsp:cNvSpPr/>
      </dsp:nvSpPr>
      <dsp:spPr>
        <a:xfrm>
          <a:off x="0" y="1091183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F58AF5-4E02-4A5D-B8C1-1B1769B76357}">
      <dsp:nvSpPr>
        <dsp:cNvPr id="0" name=""/>
        <dsp:cNvSpPr/>
      </dsp:nvSpPr>
      <dsp:spPr>
        <a:xfrm>
          <a:off x="0" y="1091183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/>
            <a:t>Agent lernt einfache Bewegungen und Angriffe</a:t>
          </a:r>
          <a:endParaRPr lang="en-US" sz="3000" kern="1200"/>
        </a:p>
      </dsp:txBody>
      <dsp:txXfrm>
        <a:off x="0" y="1091183"/>
        <a:ext cx="6666833" cy="1090517"/>
      </dsp:txXfrm>
    </dsp:sp>
    <dsp:sp modelId="{FB7B0DF0-184D-47B8-BE63-F92B88A6DA80}">
      <dsp:nvSpPr>
        <dsp:cNvPr id="0" name=""/>
        <dsp:cNvSpPr/>
      </dsp:nvSpPr>
      <dsp:spPr>
        <a:xfrm>
          <a:off x="0" y="2181701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883B407-D504-44B7-8213-4ABF19DF447B}">
      <dsp:nvSpPr>
        <dsp:cNvPr id="0" name=""/>
        <dsp:cNvSpPr/>
      </dsp:nvSpPr>
      <dsp:spPr>
        <a:xfrm>
          <a:off x="0" y="2181701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/>
            <a:t>Replay Memory funktioniert stabil</a:t>
          </a:r>
          <a:endParaRPr lang="en-US" sz="3000" kern="1200"/>
        </a:p>
      </dsp:txBody>
      <dsp:txXfrm>
        <a:off x="0" y="2181701"/>
        <a:ext cx="6666833" cy="1090517"/>
      </dsp:txXfrm>
    </dsp:sp>
    <dsp:sp modelId="{053C449D-2644-41D2-809E-9107DB956B98}">
      <dsp:nvSpPr>
        <dsp:cNvPr id="0" name=""/>
        <dsp:cNvSpPr/>
      </dsp:nvSpPr>
      <dsp:spPr>
        <a:xfrm>
          <a:off x="0" y="3272218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2271FCE-B701-40CE-8CCB-17792E6023D0}">
      <dsp:nvSpPr>
        <dsp:cNvPr id="0" name=""/>
        <dsp:cNvSpPr/>
      </dsp:nvSpPr>
      <dsp:spPr>
        <a:xfrm>
          <a:off x="0" y="3272218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/>
            <a:t>Checkpoints und Best-Model Speicherung funktionieren</a:t>
          </a:r>
          <a:endParaRPr lang="en-US" sz="3000" kern="1200"/>
        </a:p>
      </dsp:txBody>
      <dsp:txXfrm>
        <a:off x="0" y="3272218"/>
        <a:ext cx="6666833" cy="1090517"/>
      </dsp:txXfrm>
    </dsp:sp>
    <dsp:sp modelId="{1B721C05-0A0E-4302-8E4F-0FBB45253E4C}">
      <dsp:nvSpPr>
        <dsp:cNvPr id="0" name=""/>
        <dsp:cNvSpPr/>
      </dsp:nvSpPr>
      <dsp:spPr>
        <a:xfrm>
          <a:off x="0" y="4362736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0EA43F6-9F40-4AB7-B2C9-88BE4CB86043}">
      <dsp:nvSpPr>
        <dsp:cNvPr id="0" name=""/>
        <dsp:cNvSpPr/>
      </dsp:nvSpPr>
      <dsp:spPr>
        <a:xfrm>
          <a:off x="0" y="4362736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/>
            <a:t>Evaluation gegen Standardgegner funktioniert</a:t>
          </a:r>
          <a:endParaRPr lang="en-US" sz="3000" kern="1200"/>
        </a:p>
      </dsp:txBody>
      <dsp:txXfrm>
        <a:off x="0" y="4362736"/>
        <a:ext cx="6666833" cy="10905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1CD2E9-BBCC-4103-B19B-A56A181F9AD0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1BD0A33-A09E-4A7F-B351-B37EFC470304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400" kern="1200"/>
            <a:t>Training dauert sehr lange </a:t>
          </a:r>
          <a:endParaRPr lang="en-US" sz="4400" kern="1200"/>
        </a:p>
      </dsp:txBody>
      <dsp:txXfrm>
        <a:off x="0" y="2663"/>
        <a:ext cx="6666833" cy="1816197"/>
      </dsp:txXfrm>
    </dsp:sp>
    <dsp:sp modelId="{5B9C0DEC-9662-4E10-8C9D-D6FCBF525492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23DE4F-6AD6-40C8-B930-BBF64ABE0DE3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400" kern="1200"/>
            <a:t>Rewards schwanken stark</a:t>
          </a:r>
          <a:endParaRPr lang="en-US" sz="4400" kern="1200"/>
        </a:p>
      </dsp:txBody>
      <dsp:txXfrm>
        <a:off x="0" y="1818861"/>
        <a:ext cx="6666833" cy="1816197"/>
      </dsp:txXfrm>
    </dsp:sp>
    <dsp:sp modelId="{D104BC44-D6BF-4989-AC70-253B6E82A6B1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36D529C-EC3E-4515-9B6C-2C225490080C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400" kern="1200"/>
            <a:t>Schwer zu erkennen ob Agent wirklich besser wird</a:t>
          </a:r>
          <a:endParaRPr lang="en-US" sz="4400" kern="1200"/>
        </a:p>
      </dsp:txBody>
      <dsp:txXfrm>
        <a:off x="0" y="3635058"/>
        <a:ext cx="6666833" cy="1816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9BB15-95D9-49C2-98D9-EC390C7E9295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10403E-FA6B-4620-A153-4392AEC3E9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4301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CNN verarbeitet die Bilder vom Spiel</a:t>
            </a:r>
          </a:p>
          <a:p>
            <a:r>
              <a:rPr lang="de-DE" dirty="0"/>
              <a:t> Replay Memory speichert vergangene Erfahrungen</a:t>
            </a:r>
          </a:p>
          <a:p>
            <a:r>
              <a:rPr lang="de-DE" dirty="0"/>
              <a:t> Target Network stabilisiert das Training</a:t>
            </a:r>
          </a:p>
          <a:p>
            <a:r>
              <a:rPr lang="de-DE" dirty="0"/>
              <a:t> Epsilon-Greedy sorgt für Exploration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0403E-FA6B-4620-A153-4392AEC3E9CA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71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918F68-D8E7-19CB-89C6-698C804E85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07FFEE1-B53C-7BB4-DC39-91FFF7E28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DEBA85-86F4-7AA8-35A9-FF1356F5E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37DE9-D66D-4464-BD99-17098C06A92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553F59-ED35-9F7F-555C-E9D9989EF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D68B25-7089-8F80-E8F0-5E1776F1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A359-BEA9-4EE6-ADD1-5632CFAA24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727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8EEB70-1C82-F3A6-D52C-DC4376C17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B4B33E-E880-E4DE-F64E-267EE6DB6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696907-4B1A-3A1A-B346-DF6A961DB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37DE9-D66D-4464-BD99-17098C06A92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C2ACCF-81BC-4286-2ADC-BC2262E0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6DEDDB-01D4-3B92-6944-F35F9C46B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A359-BEA9-4EE6-ADD1-5632CFAA24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0576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8F305B-A58A-58F6-F181-4E92798A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032B51-A145-D2E2-B708-C2057D651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0383FB-C7DF-239D-516D-0D1DD7CEE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37DE9-D66D-4464-BD99-17098C06A92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995C26-4BA5-FAD7-E4AD-F281DEB54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97A289-4698-835E-D2CF-60C90C7E1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A359-BEA9-4EE6-ADD1-5632CFAA24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7812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CAA0D4-CB66-CEAF-7416-04F004F20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B62D88-1240-0A57-37D0-9269EC40A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33CE4BC-C87D-F445-7F68-BEEFC0B0E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09D87BC-9914-1C33-A969-267310FCB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37DE9-D66D-4464-BD99-17098C06A92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F8759E-ECA2-0724-FEE7-9D836E3DD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D710C6A-9502-A462-6916-302482D3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A359-BEA9-4EE6-ADD1-5632CFAA24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2229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6D8F97-DA9C-3581-E9AC-D5B19DE09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C7FE06-C3CC-8D30-AE9A-1EAE94B96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5B88FB-7693-D0A6-B807-BAFBB4AFF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F318B4-69F3-2B7C-E252-86C9094B29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196F927-BF25-14E9-661B-0C286519DA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8794B7A-7FBB-B12D-BCFA-E18D8C2A6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37DE9-D66D-4464-BD99-17098C06A92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7A3940E-F4C8-54B0-5B83-922A30381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BA2603A-A458-B138-4C6D-8959CD2F6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A359-BEA9-4EE6-ADD1-5632CFAA24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5007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1FC5DD-9CA8-6CEF-0067-D150F2C9E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7601A1D-2DAE-2759-F1CE-D1663186C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37DE9-D66D-4464-BD99-17098C06A92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C3275B-6BCF-692F-5DEF-00DD83D3F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3F4AF87-F8C9-ACE8-3024-4C9F0FEE1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A359-BEA9-4EE6-ADD1-5632CFAA24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9115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5ADC952-715D-A031-8793-828291555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37DE9-D66D-4464-BD99-17098C06A92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ECED80D-EA96-C134-1BFB-2C3E21ECD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BB161F-3AA7-77AD-A9B7-5273EFAC1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A359-BEA9-4EE6-ADD1-5632CFAA24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7611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E9F116-712F-46F0-B6CD-651C88DDB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FC95B2-9201-0C78-3683-4BC1A89AA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F556FC3-40B0-0FAF-1910-CCA0995AA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785BBE7-3C40-18D6-542A-EE1817D40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37DE9-D66D-4464-BD99-17098C06A92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0CEBE9-4FDB-9AD9-1396-859B17354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F37F920-5C31-8446-B14D-D36F2B5E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A359-BEA9-4EE6-ADD1-5632CFAA24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8006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B1676F-89C2-3448-1615-09BF4A9B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6049BDD-5829-F401-9290-800660149A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485EEE2-B4B2-9DD6-1F50-EB8D01F3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3172BF5-AB0A-BA87-4160-D2C0131C0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37DE9-D66D-4464-BD99-17098C06A92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BEC7F16-E3FA-7FF4-62F2-0A98D7D7F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5B40A05-15AB-E6BE-085F-2E3126979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A359-BEA9-4EE6-ADD1-5632CFAA24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4616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DB503B-6537-83B9-F88E-C1483A276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522E464-1735-ADCF-F0C7-5B286163F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0BCF56-C947-86EE-54FE-39331993A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37DE9-D66D-4464-BD99-17098C06A92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983F3D-CE6E-880B-202D-60ADC55F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609AC5-ED7E-E1BF-E37D-30328B12E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A359-BEA9-4EE6-ADD1-5632CFAA24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0474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1C917FE-4C58-AB7F-4DAA-B39F5C59E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C2A09A8-6ABA-494B-2B88-739C7FDAB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AB323F-73F6-D217-8EC9-DAA34BDE3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37DE9-D66D-4464-BD99-17098C06A92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72ECDB-CC99-8D92-03F2-973404D09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52B633-78C9-CF4D-3C5B-CBECCDEC9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A359-BEA9-4EE6-ADD1-5632CFAA24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7916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68E52D3-5F61-E562-98D4-BBAF9E39B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5732AF-1133-CC59-6AD2-94DD81DB0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E992FE-B183-C55C-B539-770EDC2A16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A37DE9-D66D-4464-BD99-17098C06A92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0EFCF8-D837-DB45-D962-07762D833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834DD2-3F93-4167-D019-F0B7527FE5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65A359-BEA9-4EE6-ADD1-5632CFAA24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2819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67252F4-5193-2B18-935C-5678C5B55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41" y="2767106"/>
            <a:ext cx="2880828" cy="3071906"/>
          </a:xfrm>
        </p:spPr>
        <p:txBody>
          <a:bodyPr anchor="t">
            <a:normAutofit/>
          </a:bodyPr>
          <a:lstStyle/>
          <a:p>
            <a:pPr algn="l"/>
            <a:r>
              <a:rPr lang="de-DE" sz="4000">
                <a:solidFill>
                  <a:srgbClr val="FFFFFF"/>
                </a:solidFill>
              </a:rPr>
              <a:t>BoxingBot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B7DCB40-69AD-E69F-2F2D-B65F4705A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42" y="806824"/>
            <a:ext cx="2919738" cy="1494117"/>
          </a:xfrm>
        </p:spPr>
        <p:txBody>
          <a:bodyPr anchor="b">
            <a:normAutofit/>
          </a:bodyPr>
          <a:lstStyle/>
          <a:p>
            <a:pPr algn="l"/>
            <a:r>
              <a:rPr lang="de-DE" sz="2000">
                <a:solidFill>
                  <a:srgbClr val="FFFFFF"/>
                </a:solidFill>
              </a:rPr>
              <a:t>RL Boxing Agent</a:t>
            </a:r>
          </a:p>
        </p:txBody>
      </p:sp>
      <p:pic>
        <p:nvPicPr>
          <p:cNvPr id="4" name="Grafik 3" descr="https://www.myabandonware.com/media/screenshots/b/boxing-qoz/boxing_1.png">
            <a:extLst>
              <a:ext uri="{FF2B5EF4-FFF2-40B4-BE49-F238E27FC236}">
                <a16:creationId xmlns:a16="http://schemas.microsoft.com/office/drawing/2014/main" id="{72C5875A-0702-8D34-AE23-B71F3B306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170954"/>
            <a:ext cx="7225748" cy="451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22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BBB3437-A645-4E86-86D4-9ADF53AE5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de-DE" sz="4000">
                <a:solidFill>
                  <a:srgbClr val="FFFFFF"/>
                </a:solidFill>
              </a:rPr>
              <a:t>Architektur &amp; Algorithmus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722CDAF3-EC2C-4F9D-F1AF-0EDF0AA391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572041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04625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E63BF4-FC84-BA00-DF4C-38B94200C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de-DE" sz="4000">
                <a:solidFill>
                  <a:srgbClr val="FFFFFF"/>
                </a:solidFill>
              </a:rPr>
              <a:t>Observation &amp; Aktionen	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993E2D9C-FA45-4DFE-D6C5-296A30BDEC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039961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2418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71DFB16-9A90-026A-0B0D-E267F0ADF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Hyperparameter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FE983FE-78BA-062D-9EC0-183A9FF69D5C}"/>
              </a:ext>
            </a:extLst>
          </p:cNvPr>
          <p:cNvSpPr txBox="1"/>
          <p:nvPr/>
        </p:nvSpPr>
        <p:spPr>
          <a:xfrm>
            <a:off x="612648" y="2584058"/>
            <a:ext cx="4621553" cy="3159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Training wurde mittels CUDA auf einer NVIDIA RTX 4060 Ti GPU beschleunigt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F4625C7C-1441-8B54-AD70-E7E1589894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4321995"/>
              </p:ext>
            </p:extLst>
          </p:nvPr>
        </p:nvGraphicFramePr>
        <p:xfrm>
          <a:off x="6272372" y="1114923"/>
          <a:ext cx="4675558" cy="4628162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</a:tblPr>
              <a:tblGrid>
                <a:gridCol w="2538781">
                  <a:extLst>
                    <a:ext uri="{9D8B030D-6E8A-4147-A177-3AD203B41FA5}">
                      <a16:colId xmlns:a16="http://schemas.microsoft.com/office/drawing/2014/main" val="83026321"/>
                    </a:ext>
                  </a:extLst>
                </a:gridCol>
                <a:gridCol w="2136777">
                  <a:extLst>
                    <a:ext uri="{9D8B030D-6E8A-4147-A177-3AD203B41FA5}">
                      <a16:colId xmlns:a16="http://schemas.microsoft.com/office/drawing/2014/main" val="3914036305"/>
                    </a:ext>
                  </a:extLst>
                </a:gridCol>
              </a:tblGrid>
              <a:tr h="4207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Parameter</a:t>
                      </a:r>
                    </a:p>
                  </a:txBody>
                  <a:tcPr marL="115556" marR="161636" marT="88889" marB="88889" anchor="ctr">
                    <a:lnL w="1905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4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Wert</a:t>
                      </a:r>
                    </a:p>
                  </a:txBody>
                  <a:tcPr marL="115556" marR="161636" marT="88889" marB="8888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10690"/>
                  </a:ext>
                </a:extLst>
              </a:tr>
              <a:tr h="4207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Episoden</a:t>
                      </a:r>
                    </a:p>
                  </a:txBody>
                  <a:tcPr marL="115556" marR="132232" marT="88889" marB="8888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800</a:t>
                      </a:r>
                    </a:p>
                  </a:txBody>
                  <a:tcPr marL="115556" marR="132232" marT="88889" marB="8888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664251"/>
                  </a:ext>
                </a:extLst>
              </a:tr>
              <a:tr h="4207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Max Steps</a:t>
                      </a:r>
                    </a:p>
                  </a:txBody>
                  <a:tcPr marL="115556" marR="132232" marT="88889" marB="88889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2000</a:t>
                      </a:r>
                    </a:p>
                  </a:txBody>
                  <a:tcPr marL="115556" marR="132232" marT="88889" marB="88889" anchor="ctr">
                    <a:lnL w="6350" cap="flat" cmpd="sng" algn="ctr">
                      <a:noFill/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600228"/>
                  </a:ext>
                </a:extLst>
              </a:tr>
              <a:tr h="4207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Batch Size</a:t>
                      </a:r>
                    </a:p>
                  </a:txBody>
                  <a:tcPr marL="115556" marR="132232" marT="88889" marB="8888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64</a:t>
                      </a:r>
                    </a:p>
                  </a:txBody>
                  <a:tcPr marL="115556" marR="132232" marT="88889" marB="8888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892720"/>
                  </a:ext>
                </a:extLst>
              </a:tr>
              <a:tr h="4207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Gamma</a:t>
                      </a:r>
                    </a:p>
                  </a:txBody>
                  <a:tcPr marL="115556" marR="132232" marT="88889" marB="88889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0.99</a:t>
                      </a:r>
                    </a:p>
                  </a:txBody>
                  <a:tcPr marL="115556" marR="132232" marT="88889" marB="88889" anchor="ctr">
                    <a:lnL w="6350" cap="flat" cmpd="sng" algn="ctr">
                      <a:noFill/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714909"/>
                  </a:ext>
                </a:extLst>
              </a:tr>
              <a:tr h="4207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Lernrate</a:t>
                      </a:r>
                    </a:p>
                  </a:txBody>
                  <a:tcPr marL="115556" marR="132232" marT="88889" marB="8888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0.00025</a:t>
                      </a:r>
                    </a:p>
                  </a:txBody>
                  <a:tcPr marL="115556" marR="132232" marT="88889" marB="8888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200456"/>
                  </a:ext>
                </a:extLst>
              </a:tr>
              <a:tr h="4207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Replay Memory</a:t>
                      </a:r>
                    </a:p>
                  </a:txBody>
                  <a:tcPr marL="115556" marR="132232" marT="88889" marB="88889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100000</a:t>
                      </a:r>
                    </a:p>
                  </a:txBody>
                  <a:tcPr marL="115556" marR="132232" marT="88889" marB="88889" anchor="ctr">
                    <a:lnL w="6350" cap="flat" cmpd="sng" algn="ctr">
                      <a:noFill/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875908"/>
                  </a:ext>
                </a:extLst>
              </a:tr>
              <a:tr h="4207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Epsilon Start</a:t>
                      </a:r>
                    </a:p>
                  </a:txBody>
                  <a:tcPr marL="115556" marR="132232" marT="88889" marB="8888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</a:t>
                      </a:r>
                    </a:p>
                  </a:txBody>
                  <a:tcPr marL="115556" marR="132232" marT="88889" marB="8888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517736"/>
                  </a:ext>
                </a:extLst>
              </a:tr>
              <a:tr h="4207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Epsilon End</a:t>
                      </a:r>
                    </a:p>
                  </a:txBody>
                  <a:tcPr marL="115556" marR="132232" marT="88889" marB="88889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0.05</a:t>
                      </a:r>
                    </a:p>
                  </a:txBody>
                  <a:tcPr marL="115556" marR="132232" marT="88889" marB="88889" anchor="ctr">
                    <a:lnL w="6350" cap="flat" cmpd="sng" algn="ctr">
                      <a:noFill/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222224"/>
                  </a:ext>
                </a:extLst>
              </a:tr>
              <a:tr h="4207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Epsilon Decay</a:t>
                      </a:r>
                    </a:p>
                  </a:txBody>
                  <a:tcPr marL="115556" marR="132232" marT="88889" marB="8888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0.997</a:t>
                      </a:r>
                    </a:p>
                  </a:txBody>
                  <a:tcPr marL="115556" marR="132232" marT="88889" marB="88889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871331"/>
                  </a:ext>
                </a:extLst>
              </a:tr>
              <a:tr h="4207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Target Update</a:t>
                      </a:r>
                    </a:p>
                  </a:txBody>
                  <a:tcPr marL="115556" marR="132232" marT="88889" marB="88889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 Episoden</a:t>
                      </a:r>
                    </a:p>
                  </a:txBody>
                  <a:tcPr marL="115556" marR="132232" marT="88889" marB="88889" anchor="ctr">
                    <a:lnL w="6350" cap="flat" cmpd="sng" algn="ctr">
                      <a:noFill/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58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984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E29832-55BC-FC07-8B4C-9C130D39A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de-DE" sz="4000">
                <a:solidFill>
                  <a:srgbClr val="FFFFFF"/>
                </a:solidFill>
              </a:rPr>
              <a:t>Was hat funktioniert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6F506028-FC15-4F4E-DBE5-85606A086B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752711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1277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20C78BA-5E48-DB29-8E55-DA32D196A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de-DE" sz="4000">
                <a:solidFill>
                  <a:srgbClr val="FFFFFF"/>
                </a:solidFill>
              </a:rPr>
              <a:t>Probleme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18EEAB46-59FE-ECEE-518F-F594E33D51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256848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1513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93F284-5CAB-BD83-D4F0-F09337405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Vielen Dank für eure Aufmerksamkeit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D46740-53BA-3397-965A-9B345FCAC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9594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Breitbild</PresentationFormat>
  <Paragraphs>56</Paragraphs>
  <Slides>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BoxingBot</vt:lpstr>
      <vt:lpstr>Architektur &amp; Algorithmus</vt:lpstr>
      <vt:lpstr>Observation &amp; Aktionen </vt:lpstr>
      <vt:lpstr>Hyperparameter</vt:lpstr>
      <vt:lpstr>Was hat funktioniert</vt:lpstr>
      <vt:lpstr>Probleme</vt:lpstr>
      <vt:lpstr>Vielen Dank für eure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Josef Peer</dc:creator>
  <cp:lastModifiedBy>Josef Peer</cp:lastModifiedBy>
  <cp:revision>1</cp:revision>
  <dcterms:created xsi:type="dcterms:W3CDTF">2026-05-26T19:50:08Z</dcterms:created>
  <dcterms:modified xsi:type="dcterms:W3CDTF">2026-05-26T20:07:58Z</dcterms:modified>
</cp:coreProperties>
</file>